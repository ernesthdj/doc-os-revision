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65" r:id="rId3"/>
    <p:sldId id="266" r:id="rId4"/>
    <p:sldId id="267" r:id="rId5"/>
    <p:sldId id="268" r:id="rId6"/>
    <p:sldId id="269" r:id="rId7"/>
    <p:sldId id="264" r:id="rId8"/>
  </p:sldIdLst>
  <p:sldSz cx="12192000" cy="6858000"/>
  <p:notesSz cx="6858000" cy="9144000"/>
  <p:defaultTextStyle>
    <a:defPPr rtl="0">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7487" autoAdjust="0"/>
  </p:normalViewPr>
  <p:slideViewPr>
    <p:cSldViewPr snapToGrid="0">
      <p:cViewPr varScale="1">
        <p:scale>
          <a:sx n="56" d="100"/>
          <a:sy n="56" d="100"/>
        </p:scale>
        <p:origin x="1714" y="48"/>
      </p:cViewPr>
      <p:guideLst/>
    </p:cSldViewPr>
  </p:slideViewPr>
  <p:notesTextViewPr>
    <p:cViewPr>
      <p:scale>
        <a:sx n="1" d="1"/>
        <a:sy n="1" d="1"/>
      </p:scale>
      <p:origin x="0" y="0"/>
    </p:cViewPr>
  </p:notesTextViewPr>
  <p:notesViewPr>
    <p:cSldViewPr snapToGrid="0">
      <p:cViewPr varScale="1">
        <p:scale>
          <a:sx n="85" d="100"/>
          <a:sy n="85" d="100"/>
        </p:scale>
        <p:origin x="387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a:p>
        </p:txBody>
      </p:sp>
      <p:sp>
        <p:nvSpPr>
          <p:cNvPr id="3" name="Tijdelijke aanduiding voor datum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63BFBC2-AD6D-4494-BBD8-6BE376465B28}" type="datetime1">
              <a:rPr lang="nl-NL" smtClean="0"/>
              <a:t>16-4-2026</a:t>
            </a:fld>
            <a:endParaRPr lang="nl-NL" dirty="0"/>
          </a:p>
        </p:txBody>
      </p:sp>
      <p:sp>
        <p:nvSpPr>
          <p:cNvPr id="4" name="Tijdelijke aanduiding voor voettekst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l-NL"/>
          </a:p>
        </p:txBody>
      </p:sp>
      <p:sp>
        <p:nvSpPr>
          <p:cNvPr id="5" name="Tijdelijke aanduiding voor dianumm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D529299-61FF-4B93-ADA6-2FD5975D62F6}" type="slidenum">
              <a:rPr lang="nl-NL" smtClean="0"/>
              <a:t>‹N°›</a:t>
            </a:fld>
            <a:endParaRPr lang="nl-NL"/>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noProof="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A1156-60C7-42E8-BD79-B78FC3D6FC64}" type="datetime1">
              <a:rPr lang="nl-NL" smtClean="0"/>
              <a:pPr/>
              <a:t>16-4-2026</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l-NL" noProof="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l-NL" noProof="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C849E9A-41F7-4779-A581-48A7C374A227}" type="slidenum">
              <a:rPr lang="nl-NL" noProof="0" smtClean="0"/>
              <a:t>‹N°›</a:t>
            </a:fld>
            <a:endParaRPr lang="nl-NL" noProof="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noProof="0" dirty="0"/>
          </a:p>
        </p:txBody>
      </p:sp>
      <p:sp>
        <p:nvSpPr>
          <p:cNvPr id="4" name="Tijdelijke aanduiding voor dianummer 3"/>
          <p:cNvSpPr>
            <a:spLocks noGrp="1"/>
          </p:cNvSpPr>
          <p:nvPr>
            <p:ph type="sldNum" sz="quarter" idx="5"/>
          </p:nvPr>
        </p:nvSpPr>
        <p:spPr/>
        <p:txBody>
          <a:bodyPr/>
          <a:lstStyle/>
          <a:p>
            <a:pPr rtl="0"/>
            <a:fld id="{BC849E9A-41F7-4779-A581-48A7C374A227}" type="slidenum">
              <a:rPr lang="nl-NL" smtClean="0"/>
              <a:t>1</a:t>
            </a:fld>
            <a:endParaRPr lang="nl-NL"/>
          </a:p>
        </p:txBody>
      </p:sp>
    </p:spTree>
    <p:extLst>
      <p:ext uri="{BB962C8B-B14F-4D97-AF65-F5344CB8AC3E}">
        <p14:creationId xmlns:p14="http://schemas.microsoft.com/office/powerpoint/2010/main" val="4208991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r>
              <a:rPr lang="nl-NL" noProof="0" dirty="0">
                <a:latin typeface="Segoe UI" panose="020B0502040204020203" pitchFamily="34" charset="0"/>
                <a:cs typeface="Segoe UI" panose="020B0502040204020203" pitchFamily="34" charset="0"/>
              </a:rPr>
              <a:t>U kunt deze dia gebruiken als uw </a:t>
            </a:r>
            <a:r>
              <a:rPr lang="nl-NL" noProof="0" dirty="0" err="1">
                <a:latin typeface="Segoe UI" panose="020B0502040204020203" pitchFamily="34" charset="0"/>
                <a:cs typeface="Segoe UI" panose="020B0502040204020203" pitchFamily="34" charset="0"/>
              </a:rPr>
              <a:t>openingsdia</a:t>
            </a:r>
            <a:r>
              <a:rPr lang="nl-NL" noProof="0" dirty="0">
                <a:latin typeface="Segoe UI" panose="020B0502040204020203" pitchFamily="34" charset="0"/>
                <a:cs typeface="Segoe UI" panose="020B0502040204020203" pitchFamily="34" charset="0"/>
              </a:rPr>
              <a:t> of ter afsluiting. Als u deze als afsluiting wilt gebruiken, moet u hierop de belangrijkste punten van de presentatie herhalen. Een creatieve manier om dat te doen, is door animaties toe te voegen aan de verschillende afbeeldingen op een dia. Deze dia heeft vier verschillende afbeeldingen en wanneer u de diavoorstelling bekijkt, ziet u dat u kunt klikken om de volgende afbeelding weer te geven. In dezelfde trant, als u de belangrijkste onderwerpen van uw presentatie herhaalt, wilt u mogelijk dat elk onderwerp wordt getoond bij het bespreken van dat onderwerp. </a:t>
            </a:r>
          </a:p>
          <a:p>
            <a:pPr rtl="0"/>
            <a:endParaRPr lang="nl-NL" noProof="0" dirty="0">
              <a:latin typeface="Segoe UI" panose="020B0502040204020203" pitchFamily="34" charset="0"/>
              <a:cs typeface="Segoe UI" panose="020B0502040204020203" pitchFamily="34" charset="0"/>
            </a:endParaRPr>
          </a:p>
          <a:p>
            <a:pPr rtl="0"/>
            <a:r>
              <a:rPr lang="nl-NL" b="1" noProof="0" dirty="0">
                <a:latin typeface="Segoe UI" panose="020B0502040204020203" pitchFamily="34" charset="0"/>
                <a:cs typeface="Segoe UI" panose="020B0502040204020203" pitchFamily="34" charset="0"/>
              </a:rPr>
              <a:t>Animatie toevoegen aan afbeeldingen en illustraties: </a:t>
            </a:r>
          </a:p>
          <a:p>
            <a:pPr marL="228600" indent="-228600" rtl="0">
              <a:buAutoNum type="arabicPeriod"/>
            </a:pPr>
            <a:r>
              <a:rPr lang="nl-NL" noProof="0" dirty="0">
                <a:latin typeface="Segoe UI" panose="020B0502040204020203" pitchFamily="34" charset="0"/>
                <a:cs typeface="Segoe UI" panose="020B0502040204020203" pitchFamily="34" charset="0"/>
              </a:rPr>
              <a:t>Selecteer de afbeelding of illustratie.</a:t>
            </a:r>
          </a:p>
          <a:p>
            <a:pPr marL="228600" indent="-228600" rtl="0">
              <a:buAutoNum type="arabicPeriod"/>
            </a:pPr>
            <a:r>
              <a:rPr lang="nl-NL" noProof="0" dirty="0">
                <a:latin typeface="Segoe UI" panose="020B0502040204020203" pitchFamily="34" charset="0"/>
                <a:cs typeface="Segoe UI" panose="020B0502040204020203" pitchFamily="34" charset="0"/>
              </a:rPr>
              <a:t>Klik op het tabblad Animaties.</a:t>
            </a:r>
          </a:p>
          <a:p>
            <a:pPr marL="228600" indent="-228600" rtl="0">
              <a:buAutoNum type="arabicPeriod"/>
            </a:pPr>
            <a:r>
              <a:rPr lang="nl-NL" noProof="0" dirty="0">
                <a:latin typeface="Segoe UI" panose="020B0502040204020203" pitchFamily="34" charset="0"/>
                <a:cs typeface="Segoe UI" panose="020B0502040204020203" pitchFamily="34" charset="0"/>
              </a:rPr>
              <a:t>Kies een van de opties. De animatie voor deze dia is 'Splitsen'. De vervolgkeuzelijst in de sectie Animatie biedt nog meer animaties die u kunt gebruiken.</a:t>
            </a:r>
          </a:p>
          <a:p>
            <a:pPr marL="228600" indent="-228600" rtl="0">
              <a:buAutoNum type="arabicPeriod"/>
            </a:pPr>
            <a:r>
              <a:rPr lang="nl-NL" noProof="0" dirty="0">
                <a:latin typeface="Segoe UI" panose="020B0502040204020203" pitchFamily="34" charset="0"/>
                <a:cs typeface="Segoe UI" panose="020B0502040204020203" pitchFamily="34" charset="0"/>
              </a:rPr>
              <a:t>Als u meerdere afbeeldingen of illustraties hebt, wordt daarnaast een getal weergegeven dat de volgorde van de animaties aangeeft.</a:t>
            </a:r>
          </a:p>
          <a:p>
            <a:pPr marL="228600" indent="-228600" rtl="0">
              <a:buAutoNum type="arabicPeriod"/>
            </a:pPr>
            <a:endParaRPr lang="nl-NL" b="1" noProof="0" dirty="0">
              <a:latin typeface="Segoe UI" panose="020B0502040204020203" pitchFamily="34" charset="0"/>
              <a:cs typeface="Segoe UI" panose="020B0502040204020203" pitchFamily="34" charset="0"/>
            </a:endParaRPr>
          </a:p>
          <a:p>
            <a:pPr marL="0" indent="0" rtl="0">
              <a:buNone/>
            </a:pPr>
            <a:r>
              <a:rPr lang="nl-NL" b="1" noProof="0" dirty="0">
                <a:latin typeface="Segoe UI" panose="020B0502040204020203" pitchFamily="34" charset="0"/>
                <a:cs typeface="Segoe UI" panose="020B0502040204020203" pitchFamily="34" charset="0"/>
              </a:rPr>
              <a:t>Notitie: U moet de animaties zorgvuldig kiezen. U wilt niet dat uw publiek duizelig wordt van uw presentatie.</a:t>
            </a:r>
          </a:p>
        </p:txBody>
      </p:sp>
      <p:sp>
        <p:nvSpPr>
          <p:cNvPr id="4" name="Tijdelijke aanduiding voor dianummer 3"/>
          <p:cNvSpPr>
            <a:spLocks noGrp="1"/>
          </p:cNvSpPr>
          <p:nvPr>
            <p:ph type="sldNum" sz="quarter" idx="10"/>
          </p:nvPr>
        </p:nvSpPr>
        <p:spPr/>
        <p:txBody>
          <a:bodyPr rtlCol="0"/>
          <a:lstStyle/>
          <a:p>
            <a:pPr rtl="0"/>
            <a:fld id="{BC849E9A-41F7-4779-A581-48A7C374A227}" type="slidenum">
              <a:rPr lang="nl-NL" smtClean="0"/>
              <a:t>7</a:t>
            </a:fld>
            <a:endParaRPr lang="nl-NL"/>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9718B7-7F68-4CC9-8291-332587FA31D3}"/>
              </a:ext>
            </a:extLst>
          </p:cNvPr>
          <p:cNvSpPr>
            <a:spLocks noGrp="1"/>
          </p:cNvSpPr>
          <p:nvPr>
            <p:ph type="ctrTitle" hasCustomPrompt="1"/>
          </p:nvPr>
        </p:nvSpPr>
        <p:spPr>
          <a:xfrm>
            <a:off x="1524000" y="1122363"/>
            <a:ext cx="9144000" cy="2387600"/>
          </a:xfrm>
        </p:spPr>
        <p:txBody>
          <a:bodyPr rtlCol="0" anchor="b"/>
          <a:lstStyle>
            <a:lvl1pPr algn="ctr">
              <a:defRPr sz="6000"/>
            </a:lvl1pPr>
          </a:lstStyle>
          <a:p>
            <a:pPr rtl="0"/>
            <a:r>
              <a:rPr lang="nl-NL" noProof="0"/>
              <a:t>Klik om de titelstijl van het model te bewerken</a:t>
            </a:r>
          </a:p>
        </p:txBody>
      </p:sp>
      <p:sp>
        <p:nvSpPr>
          <p:cNvPr id="3" name="Subtitel 2">
            <a:extLst>
              <a:ext uri="{FF2B5EF4-FFF2-40B4-BE49-F238E27FC236}">
                <a16:creationId xmlns:a16="http://schemas.microsoft.com/office/drawing/2014/main" id="{A181D6BB-0446-49E8-8677-EADF274E952F}"/>
              </a:ext>
            </a:extLst>
          </p:cNvPr>
          <p:cNvSpPr>
            <a:spLocks noGrp="1"/>
          </p:cNvSpPr>
          <p:nvPr>
            <p:ph type="subTitle" idx="1" hasCustomPrompt="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nl-NL" noProof="0"/>
              <a:t>Klik om de subtitelstijl van het model te bewerken</a:t>
            </a:r>
          </a:p>
        </p:txBody>
      </p:sp>
      <p:sp>
        <p:nvSpPr>
          <p:cNvPr id="4" name="Tijdelijke aanduiding voor datum 3">
            <a:extLst>
              <a:ext uri="{FF2B5EF4-FFF2-40B4-BE49-F238E27FC236}">
                <a16:creationId xmlns:a16="http://schemas.microsoft.com/office/drawing/2014/main" id="{535AEE24-534A-40F1-99E4-00B7D5FD9124}"/>
              </a:ext>
            </a:extLst>
          </p:cNvPr>
          <p:cNvSpPr>
            <a:spLocks noGrp="1"/>
          </p:cNvSpPr>
          <p:nvPr>
            <p:ph type="dt" sz="half" idx="10"/>
          </p:nvPr>
        </p:nvSpPr>
        <p:spPr/>
        <p:txBody>
          <a:bodyPr rtlCol="0"/>
          <a:lstStyle/>
          <a:p>
            <a:pPr rtl="0"/>
            <a:fld id="{6B9ADB36-50F0-4A6C-903D-09AC1ACDAE99}" type="datetime1">
              <a:rPr lang="nl-NL" noProof="0" smtClean="0"/>
              <a:t>16-4-2026</a:t>
            </a:fld>
            <a:endParaRPr lang="nl-NL" noProof="0"/>
          </a:p>
        </p:txBody>
      </p:sp>
      <p:sp>
        <p:nvSpPr>
          <p:cNvPr id="5" name="Tijdelijke aanduiding voor voettekst 4">
            <a:extLst>
              <a:ext uri="{FF2B5EF4-FFF2-40B4-BE49-F238E27FC236}">
                <a16:creationId xmlns:a16="http://schemas.microsoft.com/office/drawing/2014/main" id="{CD594011-48FF-493D-8286-F62D34552531}"/>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6334F3-0709-471B-A734-C4B404F55B8E}"/>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inhoud 2">
            <a:extLst>
              <a:ext uri="{FF2B5EF4-FFF2-40B4-BE49-F238E27FC236}">
                <a16:creationId xmlns:a16="http://schemas.microsoft.com/office/drawing/2014/main" id="{AF795016-AF78-4708-9C5F-21110C197B03}"/>
              </a:ext>
            </a:extLst>
          </p:cNvPr>
          <p:cNvSpPr>
            <a:spLocks noGrp="1"/>
          </p:cNvSpPr>
          <p:nvPr>
            <p:ph idx="1" hasCustomPrompt="1"/>
          </p:nvPr>
        </p:nvSpPr>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2AAEA2D1-B124-4454-AFDC-EA60A14BA121}"/>
              </a:ext>
            </a:extLst>
          </p:cNvPr>
          <p:cNvSpPr>
            <a:spLocks noGrp="1"/>
          </p:cNvSpPr>
          <p:nvPr>
            <p:ph type="dt" sz="half" idx="10"/>
          </p:nvPr>
        </p:nvSpPr>
        <p:spPr/>
        <p:txBody>
          <a:bodyPr rtlCol="0"/>
          <a:lstStyle/>
          <a:p>
            <a:pPr rtl="0"/>
            <a:fld id="{B0E7F154-B5DC-4AF1-B2FC-A065B871D879}" type="datetime1">
              <a:rPr lang="nl-NL" noProof="0" smtClean="0"/>
              <a:t>16-4-2026</a:t>
            </a:fld>
            <a:endParaRPr lang="nl-NL" noProof="0"/>
          </a:p>
        </p:txBody>
      </p:sp>
      <p:sp>
        <p:nvSpPr>
          <p:cNvPr id="5" name="Tijdelijke aanduiding voor voettekst 4">
            <a:extLst>
              <a:ext uri="{FF2B5EF4-FFF2-40B4-BE49-F238E27FC236}">
                <a16:creationId xmlns:a16="http://schemas.microsoft.com/office/drawing/2014/main" id="{B4F58000-F9D7-4A53-A6C5-E5E8154226B4}"/>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036159-1280-4EE9-96D3-A56BD5826612}"/>
              </a:ext>
            </a:extLst>
          </p:cNvPr>
          <p:cNvSpPr>
            <a:spLocks noGrp="1"/>
          </p:cNvSpPr>
          <p:nvPr>
            <p:ph type="title" hasCustomPrompt="1"/>
          </p:nvPr>
        </p:nvSpPr>
        <p:spPr>
          <a:xfrm>
            <a:off x="831850" y="1709738"/>
            <a:ext cx="10515600" cy="2852737"/>
          </a:xfrm>
        </p:spPr>
        <p:txBody>
          <a:bodyPr rtlCol="0" anchor="b"/>
          <a:lstStyle>
            <a:lvl1pPr>
              <a:defRPr sz="6000"/>
            </a:lvl1pPr>
          </a:lstStyle>
          <a:p>
            <a:pPr rtl="0"/>
            <a:r>
              <a:rPr lang="nl-NL" noProof="0"/>
              <a:t>Klik om de titelstijl van het model te bewerken</a:t>
            </a:r>
          </a:p>
        </p:txBody>
      </p:sp>
      <p:sp>
        <p:nvSpPr>
          <p:cNvPr id="3" name="Tijdelijke aanduiding voor tekst 2">
            <a:extLst>
              <a:ext uri="{FF2B5EF4-FFF2-40B4-BE49-F238E27FC236}">
                <a16:creationId xmlns:a16="http://schemas.microsoft.com/office/drawing/2014/main" id="{3BA27A78-1874-488A-B215-7D763D338186}"/>
              </a:ext>
            </a:extLst>
          </p:cNvPr>
          <p:cNvSpPr>
            <a:spLocks noGrp="1"/>
          </p:cNvSpPr>
          <p:nvPr>
            <p:ph type="body" idx="1" hasCustomPrompt="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nl-NL" noProof="0"/>
              <a:t>Tekststijlen van het model bewerken</a:t>
            </a:r>
          </a:p>
        </p:txBody>
      </p:sp>
      <p:sp>
        <p:nvSpPr>
          <p:cNvPr id="4" name="Tijdelijke aanduiding voor datum 3">
            <a:extLst>
              <a:ext uri="{FF2B5EF4-FFF2-40B4-BE49-F238E27FC236}">
                <a16:creationId xmlns:a16="http://schemas.microsoft.com/office/drawing/2014/main" id="{084BB3D1-3138-4B69-BF5D-4B1A213451CA}"/>
              </a:ext>
            </a:extLst>
          </p:cNvPr>
          <p:cNvSpPr>
            <a:spLocks noGrp="1"/>
          </p:cNvSpPr>
          <p:nvPr>
            <p:ph type="dt" sz="half" idx="10"/>
          </p:nvPr>
        </p:nvSpPr>
        <p:spPr/>
        <p:txBody>
          <a:bodyPr rtlCol="0"/>
          <a:lstStyle/>
          <a:p>
            <a:pPr rtl="0"/>
            <a:fld id="{FB9B9E8D-7DBB-40A9-9E19-5A10D244B049}" type="datetime1">
              <a:rPr lang="nl-NL" noProof="0" smtClean="0"/>
              <a:t>16-4-2026</a:t>
            </a:fld>
            <a:endParaRPr lang="nl-NL" noProof="0"/>
          </a:p>
        </p:txBody>
      </p:sp>
      <p:sp>
        <p:nvSpPr>
          <p:cNvPr id="5" name="Tijdelijke aanduiding voor voettekst 4">
            <a:extLst>
              <a:ext uri="{FF2B5EF4-FFF2-40B4-BE49-F238E27FC236}">
                <a16:creationId xmlns:a16="http://schemas.microsoft.com/office/drawing/2014/main" id="{0EFF90C5-31F4-4A22-AC00-3FB5ED291B28}"/>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ee,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CAA11-CC97-44E5-AE4D-808FD741A066}"/>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inhoud 2">
            <a:extLst>
              <a:ext uri="{FF2B5EF4-FFF2-40B4-BE49-F238E27FC236}">
                <a16:creationId xmlns:a16="http://schemas.microsoft.com/office/drawing/2014/main" id="{683AB6CB-9460-4BCA-86C5-5F26357AB80F}"/>
              </a:ext>
            </a:extLst>
          </p:cNvPr>
          <p:cNvSpPr>
            <a:spLocks noGrp="1"/>
          </p:cNvSpPr>
          <p:nvPr>
            <p:ph sz="half" idx="1" hasCustomPrompt="1"/>
          </p:nvPr>
        </p:nvSpPr>
        <p:spPr>
          <a:xfrm>
            <a:off x="838200" y="1825625"/>
            <a:ext cx="5181600" cy="435133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inhoud 3">
            <a:extLst>
              <a:ext uri="{FF2B5EF4-FFF2-40B4-BE49-F238E27FC236}">
                <a16:creationId xmlns:a16="http://schemas.microsoft.com/office/drawing/2014/main" id="{69FAB0F6-401D-4BAF-A300-65AD684DF961}"/>
              </a:ext>
            </a:extLst>
          </p:cNvPr>
          <p:cNvSpPr>
            <a:spLocks noGrp="1"/>
          </p:cNvSpPr>
          <p:nvPr>
            <p:ph sz="half" idx="2" hasCustomPrompt="1"/>
          </p:nvPr>
        </p:nvSpPr>
        <p:spPr>
          <a:xfrm>
            <a:off x="6172200" y="1825625"/>
            <a:ext cx="5181600" cy="435133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5" name="Tijdelijke aanduiding voor datum 4">
            <a:extLst>
              <a:ext uri="{FF2B5EF4-FFF2-40B4-BE49-F238E27FC236}">
                <a16:creationId xmlns:a16="http://schemas.microsoft.com/office/drawing/2014/main" id="{C4561BBA-B185-4B45-B152-3D320E15F550}"/>
              </a:ext>
            </a:extLst>
          </p:cNvPr>
          <p:cNvSpPr>
            <a:spLocks noGrp="1"/>
          </p:cNvSpPr>
          <p:nvPr>
            <p:ph type="dt" sz="half" idx="10"/>
          </p:nvPr>
        </p:nvSpPr>
        <p:spPr/>
        <p:txBody>
          <a:bodyPr rtlCol="0"/>
          <a:lstStyle/>
          <a:p>
            <a:pPr rtl="0"/>
            <a:fld id="{CCDC2995-FEF3-4D76-AE83-7CB597185292}" type="datetime1">
              <a:rPr lang="nl-NL" noProof="0" smtClean="0"/>
              <a:t>16-4-2026</a:t>
            </a:fld>
            <a:endParaRPr lang="nl-NL" noProof="0"/>
          </a:p>
        </p:txBody>
      </p:sp>
      <p:sp>
        <p:nvSpPr>
          <p:cNvPr id="6" name="Tijdelijke aanduiding voor voettekst 5">
            <a:extLst>
              <a:ext uri="{FF2B5EF4-FFF2-40B4-BE49-F238E27FC236}">
                <a16:creationId xmlns:a16="http://schemas.microsoft.com/office/drawing/2014/main" id="{D61CD760-96AC-4821-A56B-0B805F2FAD44}"/>
              </a:ext>
            </a:extLst>
          </p:cNvPr>
          <p:cNvSpPr>
            <a:spLocks noGrp="1"/>
          </p:cNvSpPr>
          <p:nvPr>
            <p:ph type="ftr" sz="quarter" idx="11"/>
          </p:nvPr>
        </p:nvSpPr>
        <p:spPr/>
        <p:txBody>
          <a:bodyPr rtlCol="0"/>
          <a:lstStyle/>
          <a:p>
            <a:pPr rtl="0"/>
            <a:endParaRPr lang="nl-NL" noProof="0"/>
          </a:p>
        </p:txBody>
      </p:sp>
      <p:sp>
        <p:nvSpPr>
          <p:cNvPr id="7" name="Tijdelijke aanduiding voor dianumm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EA47C3-C498-415A-A057-E19BCEB5F28D}"/>
              </a:ext>
            </a:extLst>
          </p:cNvPr>
          <p:cNvSpPr>
            <a:spLocks noGrp="1"/>
          </p:cNvSpPr>
          <p:nvPr>
            <p:ph type="title" hasCustomPrompt="1"/>
          </p:nvPr>
        </p:nvSpPr>
        <p:spPr>
          <a:xfrm>
            <a:off x="839788" y="365125"/>
            <a:ext cx="10515600" cy="1325563"/>
          </a:xfrm>
        </p:spPr>
        <p:txBody>
          <a:bodyPr rtlCol="0"/>
          <a:lstStyle/>
          <a:p>
            <a:pPr rtl="0"/>
            <a:r>
              <a:rPr lang="nl-NL" noProof="0"/>
              <a:t>Klik om de titelstijl van het model te bewerken</a:t>
            </a:r>
          </a:p>
        </p:txBody>
      </p:sp>
      <p:sp>
        <p:nvSpPr>
          <p:cNvPr id="3" name="Tijdelijke aanduiding voor tekst 2">
            <a:extLst>
              <a:ext uri="{FF2B5EF4-FFF2-40B4-BE49-F238E27FC236}">
                <a16:creationId xmlns:a16="http://schemas.microsoft.com/office/drawing/2014/main" id="{7BF6677F-2712-4810-A3AA-56FA75386D2A}"/>
              </a:ext>
            </a:extLst>
          </p:cNvPr>
          <p:cNvSpPr>
            <a:spLocks noGrp="1"/>
          </p:cNvSpPr>
          <p:nvPr>
            <p:ph type="body" idx="1" hasCustomPrompt="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nl-NL" noProof="0"/>
              <a:t>Tekststijlen van het model bewerken</a:t>
            </a:r>
          </a:p>
        </p:txBody>
      </p:sp>
      <p:sp>
        <p:nvSpPr>
          <p:cNvPr id="4" name="Tijdelijke aanduiding voor inhoud 3">
            <a:extLst>
              <a:ext uri="{FF2B5EF4-FFF2-40B4-BE49-F238E27FC236}">
                <a16:creationId xmlns:a16="http://schemas.microsoft.com/office/drawing/2014/main" id="{F871B54A-6775-4978-8E19-32694C9B5E38}"/>
              </a:ext>
            </a:extLst>
          </p:cNvPr>
          <p:cNvSpPr>
            <a:spLocks noGrp="1"/>
          </p:cNvSpPr>
          <p:nvPr>
            <p:ph sz="half" idx="2" hasCustomPrompt="1"/>
          </p:nvPr>
        </p:nvSpPr>
        <p:spPr>
          <a:xfrm>
            <a:off x="839788" y="2505075"/>
            <a:ext cx="5157787" cy="368458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5" name="Tijdelijke aanduiding voor tekst 4">
            <a:extLst>
              <a:ext uri="{FF2B5EF4-FFF2-40B4-BE49-F238E27FC236}">
                <a16:creationId xmlns:a16="http://schemas.microsoft.com/office/drawing/2014/main" id="{DDBA1303-B245-476D-BD02-A4E4A359F6E7}"/>
              </a:ext>
            </a:extLst>
          </p:cNvPr>
          <p:cNvSpPr>
            <a:spLocks noGrp="1"/>
          </p:cNvSpPr>
          <p:nvPr>
            <p:ph type="body" sz="quarter" idx="3" hasCustomPrompt="1"/>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nl-NL" noProof="0"/>
              <a:t>Tekststijlen van het model bewerken</a:t>
            </a:r>
          </a:p>
        </p:txBody>
      </p:sp>
      <p:sp>
        <p:nvSpPr>
          <p:cNvPr id="6" name="Tijdelijke aanduiding voor inhoud 5">
            <a:extLst>
              <a:ext uri="{FF2B5EF4-FFF2-40B4-BE49-F238E27FC236}">
                <a16:creationId xmlns:a16="http://schemas.microsoft.com/office/drawing/2014/main" id="{BE8E898F-5B79-46F1-89C1-F827997CC485}"/>
              </a:ext>
            </a:extLst>
          </p:cNvPr>
          <p:cNvSpPr>
            <a:spLocks noGrp="1"/>
          </p:cNvSpPr>
          <p:nvPr>
            <p:ph sz="quarter" idx="4" hasCustomPrompt="1"/>
          </p:nvPr>
        </p:nvSpPr>
        <p:spPr>
          <a:xfrm>
            <a:off x="6172200" y="2505075"/>
            <a:ext cx="5183188" cy="368458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7" name="Tijdelijke aanduiding voor datum 6">
            <a:extLst>
              <a:ext uri="{FF2B5EF4-FFF2-40B4-BE49-F238E27FC236}">
                <a16:creationId xmlns:a16="http://schemas.microsoft.com/office/drawing/2014/main" id="{6B417A4D-2EC9-4294-BFF4-EAE22EE1099A}"/>
              </a:ext>
            </a:extLst>
          </p:cNvPr>
          <p:cNvSpPr>
            <a:spLocks noGrp="1"/>
          </p:cNvSpPr>
          <p:nvPr>
            <p:ph type="dt" sz="half" idx="10"/>
          </p:nvPr>
        </p:nvSpPr>
        <p:spPr/>
        <p:txBody>
          <a:bodyPr rtlCol="0"/>
          <a:lstStyle/>
          <a:p>
            <a:pPr rtl="0"/>
            <a:fld id="{EC09824A-FDB2-4DB7-9721-0BB23F60E78D}" type="datetime1">
              <a:rPr lang="nl-NL" noProof="0" smtClean="0"/>
              <a:t>16-4-2026</a:t>
            </a:fld>
            <a:endParaRPr lang="nl-NL" noProof="0"/>
          </a:p>
        </p:txBody>
      </p:sp>
      <p:sp>
        <p:nvSpPr>
          <p:cNvPr id="8" name="Tijdelijke aanduiding voor voettekst 7">
            <a:extLst>
              <a:ext uri="{FF2B5EF4-FFF2-40B4-BE49-F238E27FC236}">
                <a16:creationId xmlns:a16="http://schemas.microsoft.com/office/drawing/2014/main" id="{6150E317-3602-42A1-BB7F-0184072E8D5F}"/>
              </a:ext>
            </a:extLst>
          </p:cNvPr>
          <p:cNvSpPr>
            <a:spLocks noGrp="1"/>
          </p:cNvSpPr>
          <p:nvPr>
            <p:ph type="ftr" sz="quarter" idx="11"/>
          </p:nvPr>
        </p:nvSpPr>
        <p:spPr/>
        <p:txBody>
          <a:bodyPr rtlCol="0"/>
          <a:lstStyle/>
          <a:p>
            <a:pPr rtl="0"/>
            <a:endParaRPr lang="nl-NL" noProof="0"/>
          </a:p>
        </p:txBody>
      </p:sp>
      <p:sp>
        <p:nvSpPr>
          <p:cNvPr id="9" name="Tijdelijke aanduiding voor dianumm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9F68FC-5755-447A-8D7F-9ADED3E994A3}"/>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datum 2">
            <a:extLst>
              <a:ext uri="{FF2B5EF4-FFF2-40B4-BE49-F238E27FC236}">
                <a16:creationId xmlns:a16="http://schemas.microsoft.com/office/drawing/2014/main" id="{8AB50287-81AA-46CA-8CB3-53A7F8313741}"/>
              </a:ext>
            </a:extLst>
          </p:cNvPr>
          <p:cNvSpPr>
            <a:spLocks noGrp="1"/>
          </p:cNvSpPr>
          <p:nvPr>
            <p:ph type="dt" sz="half" idx="10"/>
          </p:nvPr>
        </p:nvSpPr>
        <p:spPr/>
        <p:txBody>
          <a:bodyPr rtlCol="0"/>
          <a:lstStyle/>
          <a:p>
            <a:pPr rtl="0"/>
            <a:fld id="{252A88E9-DDB6-4A5C-AB8B-CF913A69CBD1}" type="datetime1">
              <a:rPr lang="nl-NL" noProof="0" smtClean="0"/>
              <a:t>16-4-2026</a:t>
            </a:fld>
            <a:endParaRPr lang="nl-NL" noProof="0"/>
          </a:p>
        </p:txBody>
      </p:sp>
      <p:sp>
        <p:nvSpPr>
          <p:cNvPr id="4" name="Tijdelijke aanduiding voor voettekst 3">
            <a:extLst>
              <a:ext uri="{FF2B5EF4-FFF2-40B4-BE49-F238E27FC236}">
                <a16:creationId xmlns:a16="http://schemas.microsoft.com/office/drawing/2014/main" id="{2F1BA4AA-02C9-459E-9362-3DA60E3B5972}"/>
              </a:ext>
            </a:extLst>
          </p:cNvPr>
          <p:cNvSpPr>
            <a:spLocks noGrp="1"/>
          </p:cNvSpPr>
          <p:nvPr>
            <p:ph type="ftr" sz="quarter" idx="11"/>
          </p:nvPr>
        </p:nvSpPr>
        <p:spPr/>
        <p:txBody>
          <a:bodyPr rtlCol="0"/>
          <a:lstStyle/>
          <a:p>
            <a:pPr rtl="0"/>
            <a:endParaRPr lang="nl-NL" noProof="0"/>
          </a:p>
        </p:txBody>
      </p:sp>
      <p:sp>
        <p:nvSpPr>
          <p:cNvPr id="5" name="Tijdelijke aanduiding voor dianumm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B46ACAA5-F8E7-46E9-8BA7-A510948B62CC}"/>
              </a:ext>
            </a:extLst>
          </p:cNvPr>
          <p:cNvSpPr>
            <a:spLocks noGrp="1"/>
          </p:cNvSpPr>
          <p:nvPr>
            <p:ph type="dt" sz="half" idx="10"/>
          </p:nvPr>
        </p:nvSpPr>
        <p:spPr/>
        <p:txBody>
          <a:bodyPr rtlCol="0"/>
          <a:lstStyle/>
          <a:p>
            <a:pPr rtl="0"/>
            <a:fld id="{1CC84D95-382A-42AC-A948-A2B6E98DA282}" type="datetime1">
              <a:rPr lang="nl-NL" noProof="0" smtClean="0"/>
              <a:t>16-4-2026</a:t>
            </a:fld>
            <a:endParaRPr lang="nl-NL" noProof="0"/>
          </a:p>
        </p:txBody>
      </p:sp>
      <p:sp>
        <p:nvSpPr>
          <p:cNvPr id="3" name="Tijdelijke aanduiding voor voettekst 2">
            <a:extLst>
              <a:ext uri="{FF2B5EF4-FFF2-40B4-BE49-F238E27FC236}">
                <a16:creationId xmlns:a16="http://schemas.microsoft.com/office/drawing/2014/main" id="{D1F2DEE8-5654-4DCA-A8D0-D883E52B6FBC}"/>
              </a:ext>
            </a:extLst>
          </p:cNvPr>
          <p:cNvSpPr>
            <a:spLocks noGrp="1"/>
          </p:cNvSpPr>
          <p:nvPr>
            <p:ph type="ftr" sz="quarter" idx="11"/>
          </p:nvPr>
        </p:nvSpPr>
        <p:spPr/>
        <p:txBody>
          <a:bodyPr rtlCol="0"/>
          <a:lstStyle/>
          <a:p>
            <a:pPr rtl="0"/>
            <a:endParaRPr lang="nl-NL" noProof="0"/>
          </a:p>
        </p:txBody>
      </p:sp>
      <p:sp>
        <p:nvSpPr>
          <p:cNvPr id="4" name="Tijdelijke aanduiding voor dianumm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91DA80-336B-4DBB-91A1-6E3E4B3C20AA}"/>
              </a:ext>
            </a:extLst>
          </p:cNvPr>
          <p:cNvSpPr>
            <a:spLocks noGrp="1"/>
          </p:cNvSpPr>
          <p:nvPr>
            <p:ph type="title" hasCustomPrompt="1"/>
          </p:nvPr>
        </p:nvSpPr>
        <p:spPr>
          <a:xfrm>
            <a:off x="839788" y="457200"/>
            <a:ext cx="3932237" cy="1600200"/>
          </a:xfrm>
        </p:spPr>
        <p:txBody>
          <a:bodyPr rtlCol="0" anchor="b"/>
          <a:lstStyle>
            <a:lvl1pPr>
              <a:defRPr sz="3200"/>
            </a:lvl1pPr>
          </a:lstStyle>
          <a:p>
            <a:pPr rtl="0"/>
            <a:r>
              <a:rPr lang="nl-NL" noProof="0"/>
              <a:t>Klik om de titelstijl van het model te bewerken</a:t>
            </a:r>
          </a:p>
        </p:txBody>
      </p:sp>
      <p:sp>
        <p:nvSpPr>
          <p:cNvPr id="3" name="Tijdelijke aanduiding voor inhoud 2">
            <a:extLst>
              <a:ext uri="{FF2B5EF4-FFF2-40B4-BE49-F238E27FC236}">
                <a16:creationId xmlns:a16="http://schemas.microsoft.com/office/drawing/2014/main" id="{3840D456-F0A3-4789-A310-A23F01B2EC00}"/>
              </a:ext>
            </a:extLst>
          </p:cNvPr>
          <p:cNvSpPr>
            <a:spLocks noGrp="1"/>
          </p:cNvSpPr>
          <p:nvPr>
            <p:ph idx="1" hasCustomPrompt="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tekst 3">
            <a:extLst>
              <a:ext uri="{FF2B5EF4-FFF2-40B4-BE49-F238E27FC236}">
                <a16:creationId xmlns:a16="http://schemas.microsoft.com/office/drawing/2014/main" id="{CB8A8B05-7071-44D4-80F7-3E8191C9A49B}"/>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nl-NL" noProof="0"/>
              <a:t>Tekststijlen van het model bewerken</a:t>
            </a:r>
          </a:p>
        </p:txBody>
      </p:sp>
      <p:sp>
        <p:nvSpPr>
          <p:cNvPr id="5" name="Tijdelijke aanduiding voor datum 4">
            <a:extLst>
              <a:ext uri="{FF2B5EF4-FFF2-40B4-BE49-F238E27FC236}">
                <a16:creationId xmlns:a16="http://schemas.microsoft.com/office/drawing/2014/main" id="{E5D8562E-E6F1-449B-909C-98426BA86B36}"/>
              </a:ext>
            </a:extLst>
          </p:cNvPr>
          <p:cNvSpPr>
            <a:spLocks noGrp="1"/>
          </p:cNvSpPr>
          <p:nvPr>
            <p:ph type="dt" sz="half" idx="10"/>
          </p:nvPr>
        </p:nvSpPr>
        <p:spPr/>
        <p:txBody>
          <a:bodyPr rtlCol="0"/>
          <a:lstStyle/>
          <a:p>
            <a:pPr rtl="0"/>
            <a:fld id="{9140F839-0A54-4A05-BE3C-50B743B536AB}" type="datetime1">
              <a:rPr lang="nl-NL" noProof="0" smtClean="0"/>
              <a:t>16-4-2026</a:t>
            </a:fld>
            <a:endParaRPr lang="nl-NL" noProof="0"/>
          </a:p>
        </p:txBody>
      </p:sp>
      <p:sp>
        <p:nvSpPr>
          <p:cNvPr id="6" name="Tijdelijke aanduiding voor voettekst 5">
            <a:extLst>
              <a:ext uri="{FF2B5EF4-FFF2-40B4-BE49-F238E27FC236}">
                <a16:creationId xmlns:a16="http://schemas.microsoft.com/office/drawing/2014/main" id="{7EB47A9A-FB08-407B-A73A-0AC513F0FD5A}"/>
              </a:ext>
            </a:extLst>
          </p:cNvPr>
          <p:cNvSpPr>
            <a:spLocks noGrp="1"/>
          </p:cNvSpPr>
          <p:nvPr>
            <p:ph type="ftr" sz="quarter" idx="11"/>
          </p:nvPr>
        </p:nvSpPr>
        <p:spPr/>
        <p:txBody>
          <a:bodyPr rtlCol="0"/>
          <a:lstStyle/>
          <a:p>
            <a:pPr rtl="0"/>
            <a:endParaRPr lang="nl-NL" noProof="0"/>
          </a:p>
        </p:txBody>
      </p:sp>
      <p:sp>
        <p:nvSpPr>
          <p:cNvPr id="7" name="Tijdelijke aanduiding voor dianumm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AD474D-6779-4C23-BD3C-82F5DC3E3E2F}"/>
              </a:ext>
            </a:extLst>
          </p:cNvPr>
          <p:cNvSpPr>
            <a:spLocks noGrp="1"/>
          </p:cNvSpPr>
          <p:nvPr>
            <p:ph type="title" hasCustomPrompt="1"/>
          </p:nvPr>
        </p:nvSpPr>
        <p:spPr>
          <a:xfrm>
            <a:off x="839788" y="457200"/>
            <a:ext cx="3932237" cy="1600200"/>
          </a:xfrm>
        </p:spPr>
        <p:txBody>
          <a:bodyPr rtlCol="0" anchor="b"/>
          <a:lstStyle>
            <a:lvl1pPr>
              <a:defRPr sz="3200"/>
            </a:lvl1pPr>
          </a:lstStyle>
          <a:p>
            <a:pPr rtl="0"/>
            <a:r>
              <a:rPr lang="nl-NL" noProof="0"/>
              <a:t>Klik om de titelstijl van het model te bewerken</a:t>
            </a:r>
          </a:p>
        </p:txBody>
      </p:sp>
      <p:sp>
        <p:nvSpPr>
          <p:cNvPr id="3" name="Tijdelijke aanduiding voor afbeelding 2">
            <a:extLst>
              <a:ext uri="{FF2B5EF4-FFF2-40B4-BE49-F238E27FC236}">
                <a16:creationId xmlns:a16="http://schemas.microsoft.com/office/drawing/2014/main" id="{0A21096C-E430-49C7-A801-21C0BD95DC42}"/>
              </a:ext>
            </a:extLst>
          </p:cNvPr>
          <p:cNvSpPr>
            <a:spLocks noGrp="1"/>
          </p:cNvSpPr>
          <p:nvPr>
            <p:ph type="pic" idx="1" hasCustomPrompt="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nl-NL" noProof="0"/>
              <a:t>Klik op pictogram om afbeelding toe te voegen</a:t>
            </a:r>
          </a:p>
        </p:txBody>
      </p:sp>
      <p:sp>
        <p:nvSpPr>
          <p:cNvPr id="4" name="Tijdelijke aanduiding voor tekst 3">
            <a:extLst>
              <a:ext uri="{FF2B5EF4-FFF2-40B4-BE49-F238E27FC236}">
                <a16:creationId xmlns:a16="http://schemas.microsoft.com/office/drawing/2014/main" id="{0024828F-334F-4A50-850D-10684F245271}"/>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nl-NL" noProof="0"/>
              <a:t>Tekststijlen van het model bewerken</a:t>
            </a:r>
          </a:p>
        </p:txBody>
      </p:sp>
      <p:sp>
        <p:nvSpPr>
          <p:cNvPr id="5" name="Tijdelijke aanduiding voor datum 4">
            <a:extLst>
              <a:ext uri="{FF2B5EF4-FFF2-40B4-BE49-F238E27FC236}">
                <a16:creationId xmlns:a16="http://schemas.microsoft.com/office/drawing/2014/main" id="{533293F4-2B70-4BB5-A982-219E4133E251}"/>
              </a:ext>
            </a:extLst>
          </p:cNvPr>
          <p:cNvSpPr>
            <a:spLocks noGrp="1"/>
          </p:cNvSpPr>
          <p:nvPr>
            <p:ph type="dt" sz="half" idx="10"/>
          </p:nvPr>
        </p:nvSpPr>
        <p:spPr/>
        <p:txBody>
          <a:bodyPr rtlCol="0"/>
          <a:lstStyle/>
          <a:p>
            <a:pPr rtl="0"/>
            <a:fld id="{FBF415CA-8F24-4166-90B1-7CAA454FBB70}" type="datetime1">
              <a:rPr lang="nl-NL" noProof="0" smtClean="0"/>
              <a:t>16-4-2026</a:t>
            </a:fld>
            <a:endParaRPr lang="nl-NL" noProof="0"/>
          </a:p>
        </p:txBody>
      </p:sp>
      <p:sp>
        <p:nvSpPr>
          <p:cNvPr id="6" name="Tijdelijke aanduiding voor voettekst 5">
            <a:extLst>
              <a:ext uri="{FF2B5EF4-FFF2-40B4-BE49-F238E27FC236}">
                <a16:creationId xmlns:a16="http://schemas.microsoft.com/office/drawing/2014/main" id="{C4F9A86F-B378-4759-B50E-2E0BFAE62463}"/>
              </a:ext>
            </a:extLst>
          </p:cNvPr>
          <p:cNvSpPr>
            <a:spLocks noGrp="1"/>
          </p:cNvSpPr>
          <p:nvPr>
            <p:ph type="ftr" sz="quarter" idx="11"/>
          </p:nvPr>
        </p:nvSpPr>
        <p:spPr/>
        <p:txBody>
          <a:bodyPr rtlCol="0"/>
          <a:lstStyle/>
          <a:p>
            <a:pPr rtl="0"/>
            <a:endParaRPr lang="nl-NL" noProof="0"/>
          </a:p>
        </p:txBody>
      </p:sp>
      <p:sp>
        <p:nvSpPr>
          <p:cNvPr id="7" name="Tijdelijke aanduiding voor dianumm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A47D73-EDDA-49A6-BA12-1CA980DA9BC0}"/>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verticale tekst 2">
            <a:extLst>
              <a:ext uri="{FF2B5EF4-FFF2-40B4-BE49-F238E27FC236}">
                <a16:creationId xmlns:a16="http://schemas.microsoft.com/office/drawing/2014/main" id="{2189B82E-4CA1-47A5-B133-FBD4D8A83983}"/>
              </a:ext>
            </a:extLst>
          </p:cNvPr>
          <p:cNvSpPr>
            <a:spLocks noGrp="1"/>
          </p:cNvSpPr>
          <p:nvPr>
            <p:ph type="body" orient="vert" idx="1" hasCustomPrompt="1"/>
          </p:nvPr>
        </p:nvSpPr>
        <p:spPr/>
        <p:txBody>
          <a:bodyPr vert="eaVert"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938A267F-D142-4D04-9F03-6CB099E6FA32}"/>
              </a:ext>
            </a:extLst>
          </p:cNvPr>
          <p:cNvSpPr>
            <a:spLocks noGrp="1"/>
          </p:cNvSpPr>
          <p:nvPr>
            <p:ph type="dt" sz="half" idx="10"/>
          </p:nvPr>
        </p:nvSpPr>
        <p:spPr/>
        <p:txBody>
          <a:bodyPr rtlCol="0"/>
          <a:lstStyle/>
          <a:p>
            <a:pPr rtl="0"/>
            <a:fld id="{A1C9AF79-3E10-4EA6-9F37-FCB80B64F6D5}" type="datetime1">
              <a:rPr lang="nl-NL" noProof="0" smtClean="0"/>
              <a:t>16-4-2026</a:t>
            </a:fld>
            <a:endParaRPr lang="nl-NL" noProof="0"/>
          </a:p>
        </p:txBody>
      </p:sp>
      <p:sp>
        <p:nvSpPr>
          <p:cNvPr id="5" name="Tijdelijke aanduiding voor voettekst 4">
            <a:extLst>
              <a:ext uri="{FF2B5EF4-FFF2-40B4-BE49-F238E27FC236}">
                <a16:creationId xmlns:a16="http://schemas.microsoft.com/office/drawing/2014/main" id="{705127CA-154D-4E90-B776-A2EE71F78D2E}"/>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0256E92A-52E0-4710-BDEF-0A1534685403}"/>
              </a:ext>
            </a:extLst>
          </p:cNvPr>
          <p:cNvSpPr>
            <a:spLocks noGrp="1"/>
          </p:cNvSpPr>
          <p:nvPr>
            <p:ph type="title" orient="vert" hasCustomPrompt="1"/>
          </p:nvPr>
        </p:nvSpPr>
        <p:spPr>
          <a:xfrm>
            <a:off x="8724900" y="365125"/>
            <a:ext cx="2628900" cy="5811838"/>
          </a:xfrm>
        </p:spPr>
        <p:txBody>
          <a:bodyPr vert="eaVert" rtlCol="0"/>
          <a:lstStyle/>
          <a:p>
            <a:pPr rtl="0"/>
            <a:r>
              <a:rPr lang="nl-NL" noProof="0"/>
              <a:t>Klik om de titelstijl van het model te bewerken</a:t>
            </a:r>
          </a:p>
        </p:txBody>
      </p:sp>
      <p:sp>
        <p:nvSpPr>
          <p:cNvPr id="3" name="Tijdelijke aanduiding voor verticale tekst 2">
            <a:extLst>
              <a:ext uri="{FF2B5EF4-FFF2-40B4-BE49-F238E27FC236}">
                <a16:creationId xmlns:a16="http://schemas.microsoft.com/office/drawing/2014/main" id="{B7A240E1-5EB0-47FD-AA37-BF945D136CC3}"/>
              </a:ext>
            </a:extLst>
          </p:cNvPr>
          <p:cNvSpPr>
            <a:spLocks noGrp="1"/>
          </p:cNvSpPr>
          <p:nvPr>
            <p:ph type="body" orient="vert" idx="1" hasCustomPrompt="1"/>
          </p:nvPr>
        </p:nvSpPr>
        <p:spPr>
          <a:xfrm>
            <a:off x="838200" y="365125"/>
            <a:ext cx="7734300" cy="5811838"/>
          </a:xfrm>
        </p:spPr>
        <p:txBody>
          <a:bodyPr vert="eaVert"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A1A14243-F1E4-487A-ABEC-30516A01DF2B}"/>
              </a:ext>
            </a:extLst>
          </p:cNvPr>
          <p:cNvSpPr>
            <a:spLocks noGrp="1"/>
          </p:cNvSpPr>
          <p:nvPr>
            <p:ph type="dt" sz="half" idx="10"/>
          </p:nvPr>
        </p:nvSpPr>
        <p:spPr/>
        <p:txBody>
          <a:bodyPr rtlCol="0"/>
          <a:lstStyle/>
          <a:p>
            <a:pPr rtl="0"/>
            <a:fld id="{1E809230-D544-4E00-B382-78FEAACD3147}" type="datetime1">
              <a:rPr lang="nl-NL" noProof="0" smtClean="0"/>
              <a:t>16-4-2026</a:t>
            </a:fld>
            <a:endParaRPr lang="nl-NL" noProof="0"/>
          </a:p>
        </p:txBody>
      </p:sp>
      <p:sp>
        <p:nvSpPr>
          <p:cNvPr id="5" name="Tijdelijke aanduiding voor voettekst 4">
            <a:extLst>
              <a:ext uri="{FF2B5EF4-FFF2-40B4-BE49-F238E27FC236}">
                <a16:creationId xmlns:a16="http://schemas.microsoft.com/office/drawing/2014/main" id="{AC358244-98FD-472D-AB8C-075F71C10BF7}"/>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nl-NL" noProof="0"/>
              <a:t>Klik om de titelstijl van het model te bewerken</a:t>
            </a:r>
          </a:p>
        </p:txBody>
      </p:sp>
      <p:sp>
        <p:nvSpPr>
          <p:cNvPr id="3" name="Tijdelijke aanduiding voor tekst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DACA1862-93F6-4048-885A-EFBF12C8CE0B}" type="datetime1">
              <a:rPr lang="nl-NL" noProof="0" smtClean="0"/>
              <a:t>16-4-2026</a:t>
            </a:fld>
            <a:endParaRPr lang="nl-NL" noProof="0"/>
          </a:p>
        </p:txBody>
      </p:sp>
      <p:sp>
        <p:nvSpPr>
          <p:cNvPr id="5" name="Tijdelijke aanduiding voor voettekst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nl-NL" noProof="0"/>
          </a:p>
        </p:txBody>
      </p:sp>
      <p:sp>
        <p:nvSpPr>
          <p:cNvPr id="6" name="Tijdelijke aanduiding voor dianumm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61AC0E-7195-4ACF-AA0A-5E2923A987F7}"/>
              </a:ext>
            </a:extLst>
          </p:cNvPr>
          <p:cNvSpPr>
            <a:spLocks noGrp="1"/>
          </p:cNvSpPr>
          <p:nvPr>
            <p:ph type="ctrTitle"/>
          </p:nvPr>
        </p:nvSpPr>
        <p:spPr>
          <a:xfrm>
            <a:off x="4654294" y="4522156"/>
            <a:ext cx="5835905" cy="1363215"/>
          </a:xfrm>
        </p:spPr>
        <p:txBody>
          <a:bodyPr rtlCol="0" anchor="t">
            <a:normAutofit/>
          </a:bodyPr>
          <a:lstStyle/>
          <a:p>
            <a:pPr algn="l" rtl="0"/>
            <a:r>
              <a:rPr lang="nl-NL" sz="4400" dirty="0" err="1">
                <a:latin typeface="Franklin Gothic Book" panose="020B0503020102020204" pitchFamily="34" charset="0"/>
                <a:cs typeface="Segoe UI" panose="020B0502040204020203" pitchFamily="34" charset="0"/>
              </a:rPr>
              <a:t>Commandes</a:t>
            </a:r>
            <a:r>
              <a:rPr lang="nl-NL" sz="4400" dirty="0">
                <a:latin typeface="Franklin Gothic Book" panose="020B0503020102020204" pitchFamily="34" charset="0"/>
                <a:cs typeface="Segoe UI" panose="020B0502040204020203" pitchFamily="34" charset="0"/>
              </a:rPr>
              <a:t> Windows</a:t>
            </a:r>
          </a:p>
        </p:txBody>
      </p:sp>
      <p:sp>
        <p:nvSpPr>
          <p:cNvPr id="3" name="Subtitel 2">
            <a:extLst>
              <a:ext uri="{FF2B5EF4-FFF2-40B4-BE49-F238E27FC236}">
                <a16:creationId xmlns:a16="http://schemas.microsoft.com/office/drawing/2014/main" id="{814253EE-4FA2-4843-BE27-C7D5B08FFB81}"/>
              </a:ext>
            </a:extLst>
          </p:cNvPr>
          <p:cNvSpPr>
            <a:spLocks noGrp="1"/>
          </p:cNvSpPr>
          <p:nvPr>
            <p:ph type="subTitle" idx="1"/>
          </p:nvPr>
        </p:nvSpPr>
        <p:spPr>
          <a:xfrm>
            <a:off x="4654296" y="3945418"/>
            <a:ext cx="5835903" cy="576738"/>
          </a:xfrm>
        </p:spPr>
        <p:txBody>
          <a:bodyPr rtlCol="0" anchor="b">
            <a:normAutofit/>
          </a:bodyPr>
          <a:lstStyle/>
          <a:p>
            <a:pPr algn="l" rtl="0"/>
            <a:r>
              <a:rPr lang="nl-NL" sz="2000" dirty="0" err="1">
                <a:latin typeface="Franklin Gothic Book" panose="020B0503020102020204" pitchFamily="34" charset="0"/>
              </a:rPr>
              <a:t>Indiquez</a:t>
            </a:r>
            <a:r>
              <a:rPr lang="nl-NL" sz="2000" dirty="0">
                <a:latin typeface="Franklin Gothic Book" panose="020B0503020102020204" pitchFamily="34" charset="0"/>
              </a:rPr>
              <a:t> </a:t>
            </a:r>
            <a:r>
              <a:rPr lang="nl-NL" sz="2000" dirty="0" err="1">
                <a:latin typeface="Franklin Gothic Book" panose="020B0503020102020204" pitchFamily="34" charset="0"/>
              </a:rPr>
              <a:t>le</a:t>
            </a:r>
            <a:r>
              <a:rPr lang="nl-NL" sz="2000" dirty="0">
                <a:latin typeface="Franklin Gothic Book" panose="020B0503020102020204" pitchFamily="34" charset="0"/>
              </a:rPr>
              <a:t> nom de </a:t>
            </a:r>
            <a:r>
              <a:rPr lang="nl-NL" sz="2000" dirty="0" err="1">
                <a:latin typeface="Franklin Gothic Book" panose="020B0503020102020204" pitchFamily="34" charset="0"/>
              </a:rPr>
              <a:t>votre</a:t>
            </a:r>
            <a:r>
              <a:rPr lang="nl-NL" sz="2000" dirty="0">
                <a:latin typeface="Franklin Gothic Book" panose="020B0503020102020204" pitchFamily="34" charset="0"/>
              </a:rPr>
              <a:t> </a:t>
            </a:r>
            <a:r>
              <a:rPr lang="nl-NL" sz="2000" dirty="0" err="1">
                <a:latin typeface="Franklin Gothic Book" panose="020B0503020102020204" pitchFamily="34" charset="0"/>
              </a:rPr>
              <a:t>commande</a:t>
            </a:r>
            <a:endParaRPr lang="nl-NL" sz="2000" dirty="0">
              <a:latin typeface="Franklin Gothic Book" panose="020B0503020102020204" pitchFamily="34" charset="0"/>
            </a:endParaRPr>
          </a:p>
        </p:txBody>
      </p:sp>
      <p:sp>
        <p:nvSpPr>
          <p:cNvPr id="29" name="Vrije vorm: Vorm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Vrije vorm: Vorm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Vrije vorm: Vorm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Vrije vorm: Vorm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Afbeelding 8" descr="Open boek">
            <a:extLst>
              <a:ext uri="{FF2B5EF4-FFF2-40B4-BE49-F238E27FC236}">
                <a16:creationId xmlns:a16="http://schemas.microsoft.com/office/drawing/2014/main" id="{93E427C7-0218-4592-82DA-2431E4BF875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85250" y="164573"/>
            <a:ext cx="1636279" cy="1636279"/>
          </a:xfrm>
          <a:prstGeom prst="rect">
            <a:avLst/>
          </a:prstGeom>
        </p:spPr>
      </p:pic>
      <p:sp>
        <p:nvSpPr>
          <p:cNvPr id="37" name="Ova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Afbeelding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0302" y="1293093"/>
            <a:ext cx="1827742" cy="1827742"/>
          </a:xfrm>
          <a:prstGeom prst="rect">
            <a:avLst/>
          </a:prstGeom>
        </p:spPr>
      </p:pic>
      <p:pic>
        <p:nvPicPr>
          <p:cNvPr id="7" name="Afbeelding 6" descr="Schoolbo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0924" y="3621724"/>
            <a:ext cx="2594886" cy="2594886"/>
          </a:xfrm>
          <a:prstGeom prst="rect">
            <a:avLst/>
          </a:prstGeom>
        </p:spPr>
      </p:pic>
      <p:sp>
        <p:nvSpPr>
          <p:cNvPr id="41" name="Vrije vorm: Vorm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Vrije vorm: Vorm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Afbeelding 10" descr="Boeken op plank">
            <a:extLst>
              <a:ext uri="{FF2B5EF4-FFF2-40B4-BE49-F238E27FC236}">
                <a16:creationId xmlns:a16="http://schemas.microsoft.com/office/drawing/2014/main" id="{18A239E6-97C0-4A74-8E7A-C9FD39A8C9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DD29EC-F19C-718C-E73E-1D3D490C4801}"/>
              </a:ext>
            </a:extLst>
          </p:cNvPr>
          <p:cNvSpPr>
            <a:spLocks noGrp="1"/>
          </p:cNvSpPr>
          <p:nvPr>
            <p:ph type="title"/>
          </p:nvPr>
        </p:nvSpPr>
        <p:spPr/>
        <p:txBody>
          <a:bodyPr/>
          <a:lstStyle/>
          <a:p>
            <a:r>
              <a:rPr lang="fr-BE" dirty="0"/>
              <a:t>A quoi sert cette commande?</a:t>
            </a:r>
          </a:p>
        </p:txBody>
      </p:sp>
      <p:sp>
        <p:nvSpPr>
          <p:cNvPr id="3" name="Espace réservé du contenu 2">
            <a:extLst>
              <a:ext uri="{FF2B5EF4-FFF2-40B4-BE49-F238E27FC236}">
                <a16:creationId xmlns:a16="http://schemas.microsoft.com/office/drawing/2014/main" id="{E215CA5B-A3D4-607A-1997-EC4C2957D80C}"/>
              </a:ext>
            </a:extLst>
          </p:cNvPr>
          <p:cNvSpPr>
            <a:spLocks noGrp="1"/>
          </p:cNvSpPr>
          <p:nvPr>
            <p:ph idx="1"/>
          </p:nvPr>
        </p:nvSpPr>
        <p:spPr/>
        <p:txBody>
          <a:bodyPr/>
          <a:lstStyle/>
          <a:p>
            <a:pPr marL="0" indent="0">
              <a:buNone/>
            </a:pPr>
            <a:endParaRPr lang="fr-BE" dirty="0"/>
          </a:p>
        </p:txBody>
      </p:sp>
    </p:spTree>
    <p:extLst>
      <p:ext uri="{BB962C8B-B14F-4D97-AF65-F5344CB8AC3E}">
        <p14:creationId xmlns:p14="http://schemas.microsoft.com/office/powerpoint/2010/main" val="3735021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C521D9-3A68-1B38-F546-759C144291CC}"/>
              </a:ext>
            </a:extLst>
          </p:cNvPr>
          <p:cNvSpPr>
            <a:spLocks noGrp="1"/>
          </p:cNvSpPr>
          <p:nvPr>
            <p:ph type="title"/>
          </p:nvPr>
        </p:nvSpPr>
        <p:spPr/>
        <p:txBody>
          <a:bodyPr/>
          <a:lstStyle/>
          <a:p>
            <a:r>
              <a:rPr lang="fr-BE" dirty="0"/>
              <a:t>Exemple de cas concret</a:t>
            </a:r>
          </a:p>
        </p:txBody>
      </p:sp>
      <p:sp>
        <p:nvSpPr>
          <p:cNvPr id="3" name="Espace réservé du contenu 2">
            <a:extLst>
              <a:ext uri="{FF2B5EF4-FFF2-40B4-BE49-F238E27FC236}">
                <a16:creationId xmlns:a16="http://schemas.microsoft.com/office/drawing/2014/main" id="{E996F32C-8377-8649-7715-23527DD99F43}"/>
              </a:ext>
            </a:extLst>
          </p:cNvPr>
          <p:cNvSpPr>
            <a:spLocks noGrp="1"/>
          </p:cNvSpPr>
          <p:nvPr>
            <p:ph idx="1"/>
          </p:nvPr>
        </p:nvSpPr>
        <p:spPr/>
        <p:txBody>
          <a:bodyPr/>
          <a:lstStyle/>
          <a:p>
            <a:pPr marL="0" indent="0">
              <a:buNone/>
            </a:pPr>
            <a:endParaRPr lang="fr-BE" dirty="0"/>
          </a:p>
        </p:txBody>
      </p:sp>
    </p:spTree>
    <p:extLst>
      <p:ext uri="{BB962C8B-B14F-4D97-AF65-F5344CB8AC3E}">
        <p14:creationId xmlns:p14="http://schemas.microsoft.com/office/powerpoint/2010/main" val="3110519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A9441-5CCD-F8F0-F8D1-C8ECE49B50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EA6A90-BAC6-1C72-C3B3-0A3F95B85B61}"/>
              </a:ext>
            </a:extLst>
          </p:cNvPr>
          <p:cNvSpPr>
            <a:spLocks noGrp="1"/>
          </p:cNvSpPr>
          <p:nvPr>
            <p:ph type="title"/>
          </p:nvPr>
        </p:nvSpPr>
        <p:spPr/>
        <p:txBody>
          <a:bodyPr/>
          <a:lstStyle/>
          <a:p>
            <a:r>
              <a:rPr lang="fr-BE" dirty="0"/>
              <a:t>Comment fonctionne les options</a:t>
            </a:r>
          </a:p>
        </p:txBody>
      </p:sp>
      <p:sp>
        <p:nvSpPr>
          <p:cNvPr id="3" name="Espace réservé du contenu 2">
            <a:extLst>
              <a:ext uri="{FF2B5EF4-FFF2-40B4-BE49-F238E27FC236}">
                <a16:creationId xmlns:a16="http://schemas.microsoft.com/office/drawing/2014/main" id="{9A3752C7-B158-AE4F-B4CA-9924F26E802D}"/>
              </a:ext>
            </a:extLst>
          </p:cNvPr>
          <p:cNvSpPr>
            <a:spLocks noGrp="1"/>
          </p:cNvSpPr>
          <p:nvPr>
            <p:ph idx="1"/>
          </p:nvPr>
        </p:nvSpPr>
        <p:spPr/>
        <p:txBody>
          <a:bodyPr/>
          <a:lstStyle/>
          <a:p>
            <a:pPr marL="0" indent="0">
              <a:buNone/>
            </a:pPr>
            <a:endParaRPr lang="fr-BE" dirty="0"/>
          </a:p>
        </p:txBody>
      </p:sp>
    </p:spTree>
    <p:extLst>
      <p:ext uri="{BB962C8B-B14F-4D97-AF65-F5344CB8AC3E}">
        <p14:creationId xmlns:p14="http://schemas.microsoft.com/office/powerpoint/2010/main" val="715547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11FE-8AA4-0B83-70D2-0001B4D5899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AB136E-ED19-1414-A41B-393F3FF97B07}"/>
              </a:ext>
            </a:extLst>
          </p:cNvPr>
          <p:cNvSpPr>
            <a:spLocks noGrp="1"/>
          </p:cNvSpPr>
          <p:nvPr>
            <p:ph type="title"/>
          </p:nvPr>
        </p:nvSpPr>
        <p:spPr/>
        <p:txBody>
          <a:bodyPr/>
          <a:lstStyle/>
          <a:p>
            <a:r>
              <a:rPr lang="fr-BE" dirty="0"/>
              <a:t>Lien avec la matière vue</a:t>
            </a:r>
          </a:p>
        </p:txBody>
      </p:sp>
      <p:sp>
        <p:nvSpPr>
          <p:cNvPr id="3" name="Espace réservé du contenu 2">
            <a:extLst>
              <a:ext uri="{FF2B5EF4-FFF2-40B4-BE49-F238E27FC236}">
                <a16:creationId xmlns:a16="http://schemas.microsoft.com/office/drawing/2014/main" id="{CCC1DC79-1709-45CC-0C36-F5CF8EE37BE7}"/>
              </a:ext>
            </a:extLst>
          </p:cNvPr>
          <p:cNvSpPr>
            <a:spLocks noGrp="1"/>
          </p:cNvSpPr>
          <p:nvPr>
            <p:ph idx="1"/>
          </p:nvPr>
        </p:nvSpPr>
        <p:spPr/>
        <p:txBody>
          <a:bodyPr/>
          <a:lstStyle/>
          <a:p>
            <a:pPr marL="0" indent="0">
              <a:buNone/>
            </a:pPr>
            <a:endParaRPr lang="fr-BE" dirty="0"/>
          </a:p>
        </p:txBody>
      </p:sp>
    </p:spTree>
    <p:extLst>
      <p:ext uri="{BB962C8B-B14F-4D97-AF65-F5344CB8AC3E}">
        <p14:creationId xmlns:p14="http://schemas.microsoft.com/office/powerpoint/2010/main" val="110953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6C2E-EC6D-5F8D-0913-63213A6753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5A387F-5D6D-8170-74F7-42E25686F8BB}"/>
              </a:ext>
            </a:extLst>
          </p:cNvPr>
          <p:cNvSpPr>
            <a:spLocks noGrp="1"/>
          </p:cNvSpPr>
          <p:nvPr>
            <p:ph type="title"/>
          </p:nvPr>
        </p:nvSpPr>
        <p:spPr/>
        <p:txBody>
          <a:bodyPr/>
          <a:lstStyle/>
          <a:p>
            <a:r>
              <a:rPr lang="fr-BE" dirty="0"/>
              <a:t>Piège ou erreur à éviter</a:t>
            </a:r>
          </a:p>
        </p:txBody>
      </p:sp>
      <p:sp>
        <p:nvSpPr>
          <p:cNvPr id="3" name="Espace réservé du contenu 2">
            <a:extLst>
              <a:ext uri="{FF2B5EF4-FFF2-40B4-BE49-F238E27FC236}">
                <a16:creationId xmlns:a16="http://schemas.microsoft.com/office/drawing/2014/main" id="{C7B7C709-B41A-98A1-BDA3-1B9D0A64E190}"/>
              </a:ext>
            </a:extLst>
          </p:cNvPr>
          <p:cNvSpPr>
            <a:spLocks noGrp="1"/>
          </p:cNvSpPr>
          <p:nvPr>
            <p:ph idx="1"/>
          </p:nvPr>
        </p:nvSpPr>
        <p:spPr/>
        <p:txBody>
          <a:bodyPr/>
          <a:lstStyle/>
          <a:p>
            <a:pPr marL="0" indent="0">
              <a:buNone/>
            </a:pPr>
            <a:endParaRPr lang="fr-BE" dirty="0"/>
          </a:p>
        </p:txBody>
      </p:sp>
    </p:spTree>
    <p:extLst>
      <p:ext uri="{BB962C8B-B14F-4D97-AF65-F5344CB8AC3E}">
        <p14:creationId xmlns:p14="http://schemas.microsoft.com/office/powerpoint/2010/main" val="3211912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Afbeelding 10" descr="Boeken op plank">
            <a:extLst>
              <a:ext uri="{FF2B5EF4-FFF2-40B4-BE49-F238E27FC236}">
                <a16:creationId xmlns:a16="http://schemas.microsoft.com/office/drawing/2014/main" id="{18A239E6-97C0-4A74-8E7A-C9FD39A8C9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1" y="982364"/>
            <a:ext cx="2659472" cy="2659472"/>
          </a:xfrm>
          <a:prstGeom prst="rect">
            <a:avLst/>
          </a:prstGeom>
        </p:spPr>
      </p:pic>
      <p:cxnSp>
        <p:nvCxnSpPr>
          <p:cNvPr id="16" name="Rechte verbindingslijn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Afbeelding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143" y="983211"/>
            <a:ext cx="2646677" cy="2646677"/>
          </a:xfrm>
          <a:prstGeom prst="rect">
            <a:avLst/>
          </a:prstGeom>
        </p:spPr>
      </p:pic>
      <p:cxnSp>
        <p:nvCxnSpPr>
          <p:cNvPr id="20" name="Rechte verbindingslijn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Afbeelding 6" descr="Schoolbo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6859" y="982364"/>
            <a:ext cx="2648371" cy="2648371"/>
          </a:xfrm>
          <a:prstGeom prst="rect">
            <a:avLst/>
          </a:prstGeom>
        </p:spPr>
      </p:pic>
      <p:cxnSp>
        <p:nvCxnSpPr>
          <p:cNvPr id="22" name="Rechte verbindingslijn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Afbeelding 8" descr="Open boek">
            <a:extLst>
              <a:ext uri="{FF2B5EF4-FFF2-40B4-BE49-F238E27FC236}">
                <a16:creationId xmlns:a16="http://schemas.microsoft.com/office/drawing/2014/main" id="{93E427C7-0218-4592-82DA-2431E4BF87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69" y="1004677"/>
            <a:ext cx="2648372" cy="2648372"/>
          </a:xfrm>
          <a:prstGeom prst="rect">
            <a:avLst/>
          </a:prstGeom>
        </p:spPr>
      </p:pic>
      <p:sp>
        <p:nvSpPr>
          <p:cNvPr id="18" name="Rechthoek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E561AC0E-7195-4ACF-AA0A-5E2923A987F7}"/>
              </a:ext>
            </a:extLst>
          </p:cNvPr>
          <p:cNvSpPr>
            <a:spLocks noGrp="1"/>
          </p:cNvSpPr>
          <p:nvPr>
            <p:ph type="ctrTitle"/>
          </p:nvPr>
        </p:nvSpPr>
        <p:spPr>
          <a:xfrm>
            <a:off x="527538" y="4756638"/>
            <a:ext cx="11139854" cy="930447"/>
          </a:xfrm>
        </p:spPr>
        <p:txBody>
          <a:bodyPr rtlCol="0">
            <a:normAutofit/>
          </a:bodyPr>
          <a:lstStyle/>
          <a:p>
            <a:pPr rtl="0"/>
            <a:r>
              <a:rPr lang="nl-NL" sz="5400">
                <a:solidFill>
                  <a:srgbClr val="FFFFFF"/>
                </a:solidFill>
                <a:latin typeface="Franklin Gothic Book" panose="020B0503020102020204" pitchFamily="34" charset="0"/>
                <a:cs typeface="Segoe UI" panose="020B0502040204020203" pitchFamily="34" charset="0"/>
              </a:rPr>
              <a:t>Einde onderzoekspresentatie</a:t>
            </a:r>
          </a:p>
        </p:txBody>
      </p:sp>
      <p:cxnSp>
        <p:nvCxnSpPr>
          <p:cNvPr id="24" name="Rechte verbindingslijn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43100" y="5738691"/>
            <a:ext cx="83312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Subtitel 2">
            <a:extLst>
              <a:ext uri="{FF2B5EF4-FFF2-40B4-BE49-F238E27FC236}">
                <a16:creationId xmlns:a16="http://schemas.microsoft.com/office/drawing/2014/main" id="{814253EE-4FA2-4843-BE27-C7D5B08FFB81}"/>
              </a:ext>
            </a:extLst>
          </p:cNvPr>
          <p:cNvSpPr>
            <a:spLocks noGrp="1"/>
          </p:cNvSpPr>
          <p:nvPr>
            <p:ph type="subTitle" idx="1"/>
          </p:nvPr>
        </p:nvSpPr>
        <p:spPr>
          <a:xfrm>
            <a:off x="1339362" y="5815698"/>
            <a:ext cx="9144000" cy="420001"/>
          </a:xfrm>
        </p:spPr>
        <p:txBody>
          <a:bodyPr rtlCol="0">
            <a:normAutofit/>
          </a:bodyPr>
          <a:lstStyle/>
          <a:p>
            <a:pPr rtl="0"/>
            <a:endParaRPr lang="nl-NL" sz="2000">
              <a:solidFill>
                <a:srgbClr val="E7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29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8473_TF44781794_Win32" id="{AD8301DD-9671-4D44-8A1B-242C6EC79844}" vid="{6007BE66-317A-40C1-877E-35C9FF2433C8}"/>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Présentation de la recherche</Template>
  <TotalTime>5</TotalTime>
  <Words>235</Words>
  <Application>Microsoft Office PowerPoint</Application>
  <PresentationFormat>Grand écran</PresentationFormat>
  <Paragraphs>19</Paragraphs>
  <Slides>7</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Arial</vt:lpstr>
      <vt:lpstr>Calibri</vt:lpstr>
      <vt:lpstr>Calibri Light</vt:lpstr>
      <vt:lpstr>Franklin Gothic Book</vt:lpstr>
      <vt:lpstr>Segoe UI</vt:lpstr>
      <vt:lpstr>Office-thema</vt:lpstr>
      <vt:lpstr>Commandes Windows</vt:lpstr>
      <vt:lpstr>A quoi sert cette commande?</vt:lpstr>
      <vt:lpstr>Exemple de cas concret</vt:lpstr>
      <vt:lpstr>Comment fonctionne les options</vt:lpstr>
      <vt:lpstr>Lien avec la matière vue</vt:lpstr>
      <vt:lpstr>Piège ou erreur à éviter</vt:lpstr>
      <vt:lpstr>Einde onderzoekspresentatie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Robbe</dc:creator>
  <cp:lastModifiedBy>Vanessa Robbe</cp:lastModifiedBy>
  <cp:revision>1</cp:revision>
  <dcterms:created xsi:type="dcterms:W3CDTF">2026-04-16T18:55:57Z</dcterms:created>
  <dcterms:modified xsi:type="dcterms:W3CDTF">2026-04-16T19:01:14Z</dcterms:modified>
</cp:coreProperties>
</file>