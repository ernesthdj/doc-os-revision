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handoutMasterIdLst>
    <p:handoutMasterId r:id="rId10"/>
  </p:handoutMasterIdLst>
  <p:sldIdLst>
    <p:sldId id="256" r:id="rId2"/>
    <p:sldId id="265" r:id="rId3"/>
    <p:sldId id="266" r:id="rId4"/>
    <p:sldId id="267" r:id="rId5"/>
    <p:sldId id="268" r:id="rId6"/>
    <p:sldId id="269" r:id="rId7"/>
    <p:sldId id="264" r:id="rId8"/>
  </p:sldIdLst>
  <p:sldSz cx="12192000" cy="6858000"/>
  <p:notesSz cx="6858000" cy="9144000"/>
  <p:defaultTextStyle>
    <a:defPPr rtl="0">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67487" autoAdjust="0"/>
  </p:normalViewPr>
  <p:slideViewPr>
    <p:cSldViewPr snapToGrid="0">
      <p:cViewPr varScale="1">
        <p:scale>
          <a:sx n="66" d="100"/>
          <a:sy n="66" d="100"/>
        </p:scale>
        <p:origin x="2310" y="288"/>
      </p:cViewPr>
      <p:guideLst/>
    </p:cSldViewPr>
  </p:slideViewPr>
  <p:notesTextViewPr>
    <p:cViewPr>
      <p:scale>
        <a:sx n="1" d="1"/>
        <a:sy n="1" d="1"/>
      </p:scale>
      <p:origin x="0" y="0"/>
    </p:cViewPr>
  </p:notesTextViewPr>
  <p:notesViewPr>
    <p:cSldViewPr snapToGrid="0">
      <p:cViewPr varScale="1">
        <p:scale>
          <a:sx n="85" d="100"/>
          <a:sy n="85" d="100"/>
        </p:scale>
        <p:origin x="3870"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CA2E547D-1406-4A6F-8F93-E441204CE6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nl-NL"/>
          </a:p>
        </p:txBody>
      </p:sp>
      <p:sp>
        <p:nvSpPr>
          <p:cNvPr id="3" name="Tijdelijke aanduiding voor datum 2">
            <a:extLst>
              <a:ext uri="{FF2B5EF4-FFF2-40B4-BE49-F238E27FC236}">
                <a16:creationId xmlns:a16="http://schemas.microsoft.com/office/drawing/2014/main" id="{76667F8A-B889-49B3-AC77-5DDF11A08A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963BFBC2-AD6D-4494-BBD8-6BE376465B28}" type="datetime1">
              <a:rPr lang="nl-NL" smtClean="0"/>
              <a:t>20-4-2026</a:t>
            </a:fld>
            <a:endParaRPr lang="nl-NL" dirty="0"/>
          </a:p>
        </p:txBody>
      </p:sp>
      <p:sp>
        <p:nvSpPr>
          <p:cNvPr id="4" name="Tijdelijke aanduiding voor voettekst 3">
            <a:extLst>
              <a:ext uri="{FF2B5EF4-FFF2-40B4-BE49-F238E27FC236}">
                <a16:creationId xmlns:a16="http://schemas.microsoft.com/office/drawing/2014/main" id="{567AFD4F-C0E7-421C-AF77-6F9CC963C9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nl-NL"/>
          </a:p>
        </p:txBody>
      </p:sp>
      <p:sp>
        <p:nvSpPr>
          <p:cNvPr id="5" name="Tijdelijke aanduiding voor dianummer 4">
            <a:extLst>
              <a:ext uri="{FF2B5EF4-FFF2-40B4-BE49-F238E27FC236}">
                <a16:creationId xmlns:a16="http://schemas.microsoft.com/office/drawing/2014/main" id="{1074AB9F-6726-4FB1-8769-82E23336CE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D529299-61FF-4B93-ADA6-2FD5975D62F6}" type="slidenum">
              <a:rPr lang="nl-NL" smtClean="0"/>
              <a:t>‹N°›</a:t>
            </a:fld>
            <a:endParaRPr lang="nl-NL"/>
          </a:p>
        </p:txBody>
      </p:sp>
    </p:spTree>
    <p:extLst>
      <p:ext uri="{BB962C8B-B14F-4D97-AF65-F5344CB8AC3E}">
        <p14:creationId xmlns:p14="http://schemas.microsoft.com/office/powerpoint/2010/main" val="1416270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nl-NL" noProof="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9A1156-60C7-42E8-BD79-B78FC3D6FC64}" type="datetime1">
              <a:rPr lang="nl-NL" smtClean="0"/>
              <a:pPr/>
              <a:t>20-4-2026</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nl-NL" noProof="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nl-NL" noProof="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C849E9A-41F7-4779-A581-48A7C374A227}" type="slidenum">
              <a:rPr lang="nl-NL" noProof="0" smtClean="0"/>
              <a:t>‹N°›</a:t>
            </a:fld>
            <a:endParaRPr lang="nl-NL" noProof="0"/>
          </a:p>
        </p:txBody>
      </p:sp>
    </p:spTree>
    <p:extLst>
      <p:ext uri="{BB962C8B-B14F-4D97-AF65-F5344CB8AC3E}">
        <p14:creationId xmlns:p14="http://schemas.microsoft.com/office/powerpoint/2010/main" val="1155518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noProof="0" dirty="0"/>
          </a:p>
        </p:txBody>
      </p:sp>
      <p:sp>
        <p:nvSpPr>
          <p:cNvPr id="4" name="Tijdelijke aanduiding voor dianummer 3"/>
          <p:cNvSpPr>
            <a:spLocks noGrp="1"/>
          </p:cNvSpPr>
          <p:nvPr>
            <p:ph type="sldNum" sz="quarter" idx="5"/>
          </p:nvPr>
        </p:nvSpPr>
        <p:spPr/>
        <p:txBody>
          <a:bodyPr/>
          <a:lstStyle/>
          <a:p>
            <a:pPr rtl="0"/>
            <a:fld id="{BC849E9A-41F7-4779-A581-48A7C374A227}" type="slidenum">
              <a:rPr lang="nl-NL" smtClean="0"/>
              <a:t>1</a:t>
            </a:fld>
            <a:endParaRPr lang="nl-NL"/>
          </a:p>
        </p:txBody>
      </p:sp>
    </p:spTree>
    <p:extLst>
      <p:ext uri="{BB962C8B-B14F-4D97-AF65-F5344CB8AC3E}">
        <p14:creationId xmlns:p14="http://schemas.microsoft.com/office/powerpoint/2010/main" val="4208991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5"/>
          </p:nvPr>
        </p:nvSpPr>
        <p:spPr/>
        <p:txBody>
          <a:bodyPr/>
          <a:lstStyle/>
          <a:p>
            <a:pPr rtl="0"/>
            <a:fld id="{BC849E9A-41F7-4779-A581-48A7C374A227}" type="slidenum">
              <a:rPr lang="nl-NL" noProof="0" smtClean="0"/>
              <a:t>5</a:t>
            </a:fld>
            <a:endParaRPr lang="nl-NL" noProof="0"/>
          </a:p>
        </p:txBody>
      </p:sp>
    </p:spTree>
    <p:extLst>
      <p:ext uri="{BB962C8B-B14F-4D97-AF65-F5344CB8AC3E}">
        <p14:creationId xmlns:p14="http://schemas.microsoft.com/office/powerpoint/2010/main" val="697801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p>
            <a:pPr rtl="0"/>
            <a:r>
              <a:rPr lang="nl-NL" noProof="0" dirty="0">
                <a:latin typeface="Segoe UI" panose="020B0502040204020203" pitchFamily="34" charset="0"/>
                <a:cs typeface="Segoe UI" panose="020B0502040204020203" pitchFamily="34" charset="0"/>
              </a:rPr>
              <a:t>U kunt deze dia gebruiken als uw </a:t>
            </a:r>
            <a:r>
              <a:rPr lang="nl-NL" noProof="0" dirty="0" err="1">
                <a:latin typeface="Segoe UI" panose="020B0502040204020203" pitchFamily="34" charset="0"/>
                <a:cs typeface="Segoe UI" panose="020B0502040204020203" pitchFamily="34" charset="0"/>
              </a:rPr>
              <a:t>openingsdia</a:t>
            </a:r>
            <a:r>
              <a:rPr lang="nl-NL" noProof="0" dirty="0">
                <a:latin typeface="Segoe UI" panose="020B0502040204020203" pitchFamily="34" charset="0"/>
                <a:cs typeface="Segoe UI" panose="020B0502040204020203" pitchFamily="34" charset="0"/>
              </a:rPr>
              <a:t> of ter afsluiting. Als u deze als afsluiting wilt gebruiken, moet u hierop de belangrijkste punten van de presentatie herhalen. Een creatieve manier om dat te doen, is door animaties toe te voegen aan de verschillende afbeeldingen op een dia. Deze dia heeft vier verschillende afbeeldingen en wanneer u de diavoorstelling bekijkt, ziet u dat u kunt klikken om de volgende afbeelding weer te geven. In dezelfde trant, als u de belangrijkste onderwerpen van uw presentatie herhaalt, wilt u mogelijk dat elk onderwerp wordt getoond bij het bespreken van dat onderwerp. </a:t>
            </a:r>
          </a:p>
          <a:p>
            <a:pPr rtl="0"/>
            <a:endParaRPr lang="nl-NL" noProof="0" dirty="0">
              <a:latin typeface="Segoe UI" panose="020B0502040204020203" pitchFamily="34" charset="0"/>
              <a:cs typeface="Segoe UI" panose="020B0502040204020203" pitchFamily="34" charset="0"/>
            </a:endParaRPr>
          </a:p>
          <a:p>
            <a:pPr rtl="0"/>
            <a:r>
              <a:rPr lang="nl-NL" b="1" noProof="0" dirty="0">
                <a:latin typeface="Segoe UI" panose="020B0502040204020203" pitchFamily="34" charset="0"/>
                <a:cs typeface="Segoe UI" panose="020B0502040204020203" pitchFamily="34" charset="0"/>
              </a:rPr>
              <a:t>Animatie toevoegen aan afbeeldingen en illustraties: </a:t>
            </a:r>
          </a:p>
          <a:p>
            <a:pPr marL="228600" indent="-228600" rtl="0">
              <a:buAutoNum type="arabicPeriod"/>
            </a:pPr>
            <a:r>
              <a:rPr lang="nl-NL" noProof="0" dirty="0">
                <a:latin typeface="Segoe UI" panose="020B0502040204020203" pitchFamily="34" charset="0"/>
                <a:cs typeface="Segoe UI" panose="020B0502040204020203" pitchFamily="34" charset="0"/>
              </a:rPr>
              <a:t>Selecteer de afbeelding of illustratie.</a:t>
            </a:r>
          </a:p>
          <a:p>
            <a:pPr marL="228600" indent="-228600" rtl="0">
              <a:buAutoNum type="arabicPeriod"/>
            </a:pPr>
            <a:r>
              <a:rPr lang="nl-NL" noProof="0" dirty="0">
                <a:latin typeface="Segoe UI" panose="020B0502040204020203" pitchFamily="34" charset="0"/>
                <a:cs typeface="Segoe UI" panose="020B0502040204020203" pitchFamily="34" charset="0"/>
              </a:rPr>
              <a:t>Klik op het tabblad Animaties.</a:t>
            </a:r>
          </a:p>
          <a:p>
            <a:pPr marL="228600" indent="-228600" rtl="0">
              <a:buAutoNum type="arabicPeriod"/>
            </a:pPr>
            <a:r>
              <a:rPr lang="nl-NL" noProof="0" dirty="0">
                <a:latin typeface="Segoe UI" panose="020B0502040204020203" pitchFamily="34" charset="0"/>
                <a:cs typeface="Segoe UI" panose="020B0502040204020203" pitchFamily="34" charset="0"/>
              </a:rPr>
              <a:t>Kies een van de opties. De animatie voor deze dia is 'Splitsen'. De vervolgkeuzelijst in de sectie Animatie biedt nog meer animaties die u kunt gebruiken.</a:t>
            </a:r>
          </a:p>
          <a:p>
            <a:pPr marL="228600" indent="-228600" rtl="0">
              <a:buAutoNum type="arabicPeriod"/>
            </a:pPr>
            <a:r>
              <a:rPr lang="nl-NL" noProof="0" dirty="0">
                <a:latin typeface="Segoe UI" panose="020B0502040204020203" pitchFamily="34" charset="0"/>
                <a:cs typeface="Segoe UI" panose="020B0502040204020203" pitchFamily="34" charset="0"/>
              </a:rPr>
              <a:t>Als u meerdere afbeeldingen of illustraties hebt, wordt daarnaast een getal weergegeven dat de volgorde van de animaties aangeeft.</a:t>
            </a:r>
          </a:p>
          <a:p>
            <a:pPr marL="228600" indent="-228600" rtl="0">
              <a:buAutoNum type="arabicPeriod"/>
            </a:pPr>
            <a:endParaRPr lang="nl-NL" b="1" noProof="0" dirty="0">
              <a:latin typeface="Segoe UI" panose="020B0502040204020203" pitchFamily="34" charset="0"/>
              <a:cs typeface="Segoe UI" panose="020B0502040204020203" pitchFamily="34" charset="0"/>
            </a:endParaRPr>
          </a:p>
          <a:p>
            <a:pPr marL="0" indent="0" rtl="0">
              <a:buNone/>
            </a:pPr>
            <a:r>
              <a:rPr lang="nl-NL" b="1" noProof="0" dirty="0">
                <a:latin typeface="Segoe UI" panose="020B0502040204020203" pitchFamily="34" charset="0"/>
                <a:cs typeface="Segoe UI" panose="020B0502040204020203" pitchFamily="34" charset="0"/>
              </a:rPr>
              <a:t>Notitie: U moet de animaties zorgvuldig kiezen. U wilt niet dat uw publiek duizelig wordt van uw presentatie.</a:t>
            </a:r>
          </a:p>
        </p:txBody>
      </p:sp>
      <p:sp>
        <p:nvSpPr>
          <p:cNvPr id="4" name="Tijdelijke aanduiding voor dianummer 3"/>
          <p:cNvSpPr>
            <a:spLocks noGrp="1"/>
          </p:cNvSpPr>
          <p:nvPr>
            <p:ph type="sldNum" sz="quarter" idx="10"/>
          </p:nvPr>
        </p:nvSpPr>
        <p:spPr/>
        <p:txBody>
          <a:bodyPr rtlCol="0"/>
          <a:lstStyle/>
          <a:p>
            <a:pPr rtl="0"/>
            <a:fld id="{BC849E9A-41F7-4779-A581-48A7C374A227}" type="slidenum">
              <a:rPr lang="nl-NL" smtClean="0"/>
              <a:t>7</a:t>
            </a:fld>
            <a:endParaRPr lang="nl-NL"/>
          </a:p>
        </p:txBody>
      </p:sp>
    </p:spTree>
    <p:extLst>
      <p:ext uri="{BB962C8B-B14F-4D97-AF65-F5344CB8AC3E}">
        <p14:creationId xmlns:p14="http://schemas.microsoft.com/office/powerpoint/2010/main" val="6442024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9718B7-7F68-4CC9-8291-332587FA31D3}"/>
              </a:ext>
            </a:extLst>
          </p:cNvPr>
          <p:cNvSpPr>
            <a:spLocks noGrp="1"/>
          </p:cNvSpPr>
          <p:nvPr>
            <p:ph type="ctrTitle" hasCustomPrompt="1"/>
          </p:nvPr>
        </p:nvSpPr>
        <p:spPr>
          <a:xfrm>
            <a:off x="1524000" y="1122363"/>
            <a:ext cx="9144000" cy="2387600"/>
          </a:xfrm>
        </p:spPr>
        <p:txBody>
          <a:bodyPr rtlCol="0" anchor="b"/>
          <a:lstStyle>
            <a:lvl1pPr algn="ctr">
              <a:defRPr sz="6000"/>
            </a:lvl1pPr>
          </a:lstStyle>
          <a:p>
            <a:pPr rtl="0"/>
            <a:r>
              <a:rPr lang="nl-NL" noProof="0"/>
              <a:t>Klik om de titelstijl van het model te bewerken</a:t>
            </a:r>
          </a:p>
        </p:txBody>
      </p:sp>
      <p:sp>
        <p:nvSpPr>
          <p:cNvPr id="3" name="Subtitel 2">
            <a:extLst>
              <a:ext uri="{FF2B5EF4-FFF2-40B4-BE49-F238E27FC236}">
                <a16:creationId xmlns:a16="http://schemas.microsoft.com/office/drawing/2014/main" id="{A181D6BB-0446-49E8-8677-EADF274E952F}"/>
              </a:ext>
            </a:extLst>
          </p:cNvPr>
          <p:cNvSpPr>
            <a:spLocks noGrp="1"/>
          </p:cNvSpPr>
          <p:nvPr>
            <p:ph type="subTitle" idx="1" hasCustomPrompt="1"/>
          </p:nvPr>
        </p:nvSpPr>
        <p:spPr>
          <a:xfrm>
            <a:off x="1524000" y="3602038"/>
            <a:ext cx="9144000" cy="1655762"/>
          </a:xfrm>
        </p:spPr>
        <p:txBody>
          <a:bodyPr rtlCol="0"/>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nl-NL" noProof="0"/>
              <a:t>Klik om de subtitelstijl van het model te bewerken</a:t>
            </a:r>
          </a:p>
        </p:txBody>
      </p:sp>
      <p:sp>
        <p:nvSpPr>
          <p:cNvPr id="4" name="Tijdelijke aanduiding voor datum 3">
            <a:extLst>
              <a:ext uri="{FF2B5EF4-FFF2-40B4-BE49-F238E27FC236}">
                <a16:creationId xmlns:a16="http://schemas.microsoft.com/office/drawing/2014/main" id="{535AEE24-534A-40F1-99E4-00B7D5FD9124}"/>
              </a:ext>
            </a:extLst>
          </p:cNvPr>
          <p:cNvSpPr>
            <a:spLocks noGrp="1"/>
          </p:cNvSpPr>
          <p:nvPr>
            <p:ph type="dt" sz="half" idx="10"/>
          </p:nvPr>
        </p:nvSpPr>
        <p:spPr/>
        <p:txBody>
          <a:bodyPr rtlCol="0"/>
          <a:lstStyle/>
          <a:p>
            <a:pPr rtl="0"/>
            <a:fld id="{6B9ADB36-50F0-4A6C-903D-09AC1ACDAE99}" type="datetime1">
              <a:rPr lang="nl-NL" noProof="0" smtClean="0"/>
              <a:t>20-4-2026</a:t>
            </a:fld>
            <a:endParaRPr lang="nl-NL" noProof="0"/>
          </a:p>
        </p:txBody>
      </p:sp>
      <p:sp>
        <p:nvSpPr>
          <p:cNvPr id="5" name="Tijdelijke aanduiding voor voettekst 4">
            <a:extLst>
              <a:ext uri="{FF2B5EF4-FFF2-40B4-BE49-F238E27FC236}">
                <a16:creationId xmlns:a16="http://schemas.microsoft.com/office/drawing/2014/main" id="{CD594011-48FF-493D-8286-F62D34552531}"/>
              </a:ext>
            </a:extLst>
          </p:cNvPr>
          <p:cNvSpPr>
            <a:spLocks noGrp="1"/>
          </p:cNvSpPr>
          <p:nvPr>
            <p:ph type="ftr" sz="quarter" idx="11"/>
          </p:nvPr>
        </p:nvSpPr>
        <p:spPr/>
        <p:txBody>
          <a:bodyPr rtlCol="0"/>
          <a:lstStyle/>
          <a:p>
            <a:pPr rtl="0"/>
            <a:endParaRPr lang="nl-NL" noProof="0"/>
          </a:p>
        </p:txBody>
      </p:sp>
      <p:sp>
        <p:nvSpPr>
          <p:cNvPr id="6" name="Tijdelijke aanduiding voor dianummer 5">
            <a:extLst>
              <a:ext uri="{FF2B5EF4-FFF2-40B4-BE49-F238E27FC236}">
                <a16:creationId xmlns:a16="http://schemas.microsoft.com/office/drawing/2014/main" id="{4880EFCD-7E72-4882-86DC-2F371D7D9516}"/>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1152813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inhou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6334F3-0709-471B-A734-C4B404F55B8E}"/>
              </a:ext>
            </a:extLst>
          </p:cNvPr>
          <p:cNvSpPr>
            <a:spLocks noGrp="1"/>
          </p:cNvSpPr>
          <p:nvPr>
            <p:ph type="title" hasCustomPrompt="1"/>
          </p:nvPr>
        </p:nvSpPr>
        <p:spPr/>
        <p:txBody>
          <a:bodyPr rtlCol="0"/>
          <a:lstStyle/>
          <a:p>
            <a:pPr rtl="0"/>
            <a:r>
              <a:rPr lang="nl-NL" noProof="0"/>
              <a:t>Klik om de titelstijl van het model te bewerken</a:t>
            </a:r>
          </a:p>
        </p:txBody>
      </p:sp>
      <p:sp>
        <p:nvSpPr>
          <p:cNvPr id="3" name="Tijdelijke aanduiding voor inhoud 2">
            <a:extLst>
              <a:ext uri="{FF2B5EF4-FFF2-40B4-BE49-F238E27FC236}">
                <a16:creationId xmlns:a16="http://schemas.microsoft.com/office/drawing/2014/main" id="{AF795016-AF78-4708-9C5F-21110C197B03}"/>
              </a:ext>
            </a:extLst>
          </p:cNvPr>
          <p:cNvSpPr>
            <a:spLocks noGrp="1"/>
          </p:cNvSpPr>
          <p:nvPr>
            <p:ph idx="1" hasCustomPrompt="1"/>
          </p:nvPr>
        </p:nvSpPr>
        <p:spPr/>
        <p:txBody>
          <a:bodyPr rtlCol="0"/>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4" name="Tijdelijke aanduiding voor datum 3">
            <a:extLst>
              <a:ext uri="{FF2B5EF4-FFF2-40B4-BE49-F238E27FC236}">
                <a16:creationId xmlns:a16="http://schemas.microsoft.com/office/drawing/2014/main" id="{2AAEA2D1-B124-4454-AFDC-EA60A14BA121}"/>
              </a:ext>
            </a:extLst>
          </p:cNvPr>
          <p:cNvSpPr>
            <a:spLocks noGrp="1"/>
          </p:cNvSpPr>
          <p:nvPr>
            <p:ph type="dt" sz="half" idx="10"/>
          </p:nvPr>
        </p:nvSpPr>
        <p:spPr/>
        <p:txBody>
          <a:bodyPr rtlCol="0"/>
          <a:lstStyle/>
          <a:p>
            <a:pPr rtl="0"/>
            <a:fld id="{B0E7F154-B5DC-4AF1-B2FC-A065B871D879}" type="datetime1">
              <a:rPr lang="nl-NL" noProof="0" smtClean="0"/>
              <a:t>20-4-2026</a:t>
            </a:fld>
            <a:endParaRPr lang="nl-NL" noProof="0"/>
          </a:p>
        </p:txBody>
      </p:sp>
      <p:sp>
        <p:nvSpPr>
          <p:cNvPr id="5" name="Tijdelijke aanduiding voor voettekst 4">
            <a:extLst>
              <a:ext uri="{FF2B5EF4-FFF2-40B4-BE49-F238E27FC236}">
                <a16:creationId xmlns:a16="http://schemas.microsoft.com/office/drawing/2014/main" id="{B4F58000-F9D7-4A53-A6C5-E5E8154226B4}"/>
              </a:ext>
            </a:extLst>
          </p:cNvPr>
          <p:cNvSpPr>
            <a:spLocks noGrp="1"/>
          </p:cNvSpPr>
          <p:nvPr>
            <p:ph type="ftr" sz="quarter" idx="11"/>
          </p:nvPr>
        </p:nvSpPr>
        <p:spPr/>
        <p:txBody>
          <a:bodyPr rtlCol="0"/>
          <a:lstStyle/>
          <a:p>
            <a:pPr rtl="0"/>
            <a:endParaRPr lang="nl-NL" noProof="0"/>
          </a:p>
        </p:txBody>
      </p:sp>
      <p:sp>
        <p:nvSpPr>
          <p:cNvPr id="6" name="Tijdelijke aanduiding voor dianummer 5">
            <a:extLst>
              <a:ext uri="{FF2B5EF4-FFF2-40B4-BE49-F238E27FC236}">
                <a16:creationId xmlns:a16="http://schemas.microsoft.com/office/drawing/2014/main" id="{70D22AAD-0D08-4F47-8D5A-EFE29017E8DD}"/>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421304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036159-1280-4EE9-96D3-A56BD5826612}"/>
              </a:ext>
            </a:extLst>
          </p:cNvPr>
          <p:cNvSpPr>
            <a:spLocks noGrp="1"/>
          </p:cNvSpPr>
          <p:nvPr>
            <p:ph type="title" hasCustomPrompt="1"/>
          </p:nvPr>
        </p:nvSpPr>
        <p:spPr>
          <a:xfrm>
            <a:off x="831850" y="1709738"/>
            <a:ext cx="10515600" cy="2852737"/>
          </a:xfrm>
        </p:spPr>
        <p:txBody>
          <a:bodyPr rtlCol="0" anchor="b"/>
          <a:lstStyle>
            <a:lvl1pPr>
              <a:defRPr sz="6000"/>
            </a:lvl1pPr>
          </a:lstStyle>
          <a:p>
            <a:pPr rtl="0"/>
            <a:r>
              <a:rPr lang="nl-NL" noProof="0"/>
              <a:t>Klik om de titelstijl van het model te bewerken</a:t>
            </a:r>
          </a:p>
        </p:txBody>
      </p:sp>
      <p:sp>
        <p:nvSpPr>
          <p:cNvPr id="3" name="Tijdelijke aanduiding voor tekst 2">
            <a:extLst>
              <a:ext uri="{FF2B5EF4-FFF2-40B4-BE49-F238E27FC236}">
                <a16:creationId xmlns:a16="http://schemas.microsoft.com/office/drawing/2014/main" id="{3BA27A78-1874-488A-B215-7D763D338186}"/>
              </a:ext>
            </a:extLst>
          </p:cNvPr>
          <p:cNvSpPr>
            <a:spLocks noGrp="1"/>
          </p:cNvSpPr>
          <p:nvPr>
            <p:ph type="body" idx="1" hasCustomPrompt="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nl-NL" noProof="0"/>
              <a:t>Tekststijlen van het model bewerken</a:t>
            </a:r>
          </a:p>
        </p:txBody>
      </p:sp>
      <p:sp>
        <p:nvSpPr>
          <p:cNvPr id="4" name="Tijdelijke aanduiding voor datum 3">
            <a:extLst>
              <a:ext uri="{FF2B5EF4-FFF2-40B4-BE49-F238E27FC236}">
                <a16:creationId xmlns:a16="http://schemas.microsoft.com/office/drawing/2014/main" id="{084BB3D1-3138-4B69-BF5D-4B1A213451CA}"/>
              </a:ext>
            </a:extLst>
          </p:cNvPr>
          <p:cNvSpPr>
            <a:spLocks noGrp="1"/>
          </p:cNvSpPr>
          <p:nvPr>
            <p:ph type="dt" sz="half" idx="10"/>
          </p:nvPr>
        </p:nvSpPr>
        <p:spPr/>
        <p:txBody>
          <a:bodyPr rtlCol="0"/>
          <a:lstStyle/>
          <a:p>
            <a:pPr rtl="0"/>
            <a:fld id="{FB9B9E8D-7DBB-40A9-9E19-5A10D244B049}" type="datetime1">
              <a:rPr lang="nl-NL" noProof="0" smtClean="0"/>
              <a:t>20-4-2026</a:t>
            </a:fld>
            <a:endParaRPr lang="nl-NL" noProof="0"/>
          </a:p>
        </p:txBody>
      </p:sp>
      <p:sp>
        <p:nvSpPr>
          <p:cNvPr id="5" name="Tijdelijke aanduiding voor voettekst 4">
            <a:extLst>
              <a:ext uri="{FF2B5EF4-FFF2-40B4-BE49-F238E27FC236}">
                <a16:creationId xmlns:a16="http://schemas.microsoft.com/office/drawing/2014/main" id="{0EFF90C5-31F4-4A22-AC00-3FB5ED291B28}"/>
              </a:ext>
            </a:extLst>
          </p:cNvPr>
          <p:cNvSpPr>
            <a:spLocks noGrp="1"/>
          </p:cNvSpPr>
          <p:nvPr>
            <p:ph type="ftr" sz="quarter" idx="11"/>
          </p:nvPr>
        </p:nvSpPr>
        <p:spPr/>
        <p:txBody>
          <a:bodyPr rtlCol="0"/>
          <a:lstStyle/>
          <a:p>
            <a:pPr rtl="0"/>
            <a:endParaRPr lang="nl-NL" noProof="0"/>
          </a:p>
        </p:txBody>
      </p:sp>
      <p:sp>
        <p:nvSpPr>
          <p:cNvPr id="6" name="Tijdelijke aanduiding voor dianummer 5">
            <a:extLst>
              <a:ext uri="{FF2B5EF4-FFF2-40B4-BE49-F238E27FC236}">
                <a16:creationId xmlns:a16="http://schemas.microsoft.com/office/drawing/2014/main" id="{951F787E-B946-4091-ABC6-F9DB06BBEE34}"/>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1089272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ee, inhou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0CAA11-CC97-44E5-AE4D-808FD741A066}"/>
              </a:ext>
            </a:extLst>
          </p:cNvPr>
          <p:cNvSpPr>
            <a:spLocks noGrp="1"/>
          </p:cNvSpPr>
          <p:nvPr>
            <p:ph type="title" hasCustomPrompt="1"/>
          </p:nvPr>
        </p:nvSpPr>
        <p:spPr/>
        <p:txBody>
          <a:bodyPr rtlCol="0"/>
          <a:lstStyle/>
          <a:p>
            <a:pPr rtl="0"/>
            <a:r>
              <a:rPr lang="nl-NL" noProof="0"/>
              <a:t>Klik om de titelstijl van het model te bewerken</a:t>
            </a:r>
          </a:p>
        </p:txBody>
      </p:sp>
      <p:sp>
        <p:nvSpPr>
          <p:cNvPr id="3" name="Tijdelijke aanduiding voor inhoud 2">
            <a:extLst>
              <a:ext uri="{FF2B5EF4-FFF2-40B4-BE49-F238E27FC236}">
                <a16:creationId xmlns:a16="http://schemas.microsoft.com/office/drawing/2014/main" id="{683AB6CB-9460-4BCA-86C5-5F26357AB80F}"/>
              </a:ext>
            </a:extLst>
          </p:cNvPr>
          <p:cNvSpPr>
            <a:spLocks noGrp="1"/>
          </p:cNvSpPr>
          <p:nvPr>
            <p:ph sz="half" idx="1" hasCustomPrompt="1"/>
          </p:nvPr>
        </p:nvSpPr>
        <p:spPr>
          <a:xfrm>
            <a:off x="838200" y="1825625"/>
            <a:ext cx="5181600" cy="4351338"/>
          </a:xfrm>
        </p:spPr>
        <p:txBody>
          <a:bodyPr rtlCol="0"/>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4" name="Tijdelijke aanduiding voor inhoud 3">
            <a:extLst>
              <a:ext uri="{FF2B5EF4-FFF2-40B4-BE49-F238E27FC236}">
                <a16:creationId xmlns:a16="http://schemas.microsoft.com/office/drawing/2014/main" id="{69FAB0F6-401D-4BAF-A300-65AD684DF961}"/>
              </a:ext>
            </a:extLst>
          </p:cNvPr>
          <p:cNvSpPr>
            <a:spLocks noGrp="1"/>
          </p:cNvSpPr>
          <p:nvPr>
            <p:ph sz="half" idx="2" hasCustomPrompt="1"/>
          </p:nvPr>
        </p:nvSpPr>
        <p:spPr>
          <a:xfrm>
            <a:off x="6172200" y="1825625"/>
            <a:ext cx="5181600" cy="4351338"/>
          </a:xfrm>
        </p:spPr>
        <p:txBody>
          <a:bodyPr rtlCol="0"/>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5" name="Tijdelijke aanduiding voor datum 4">
            <a:extLst>
              <a:ext uri="{FF2B5EF4-FFF2-40B4-BE49-F238E27FC236}">
                <a16:creationId xmlns:a16="http://schemas.microsoft.com/office/drawing/2014/main" id="{C4561BBA-B185-4B45-B152-3D320E15F550}"/>
              </a:ext>
            </a:extLst>
          </p:cNvPr>
          <p:cNvSpPr>
            <a:spLocks noGrp="1"/>
          </p:cNvSpPr>
          <p:nvPr>
            <p:ph type="dt" sz="half" idx="10"/>
          </p:nvPr>
        </p:nvSpPr>
        <p:spPr/>
        <p:txBody>
          <a:bodyPr rtlCol="0"/>
          <a:lstStyle/>
          <a:p>
            <a:pPr rtl="0"/>
            <a:fld id="{CCDC2995-FEF3-4D76-AE83-7CB597185292}" type="datetime1">
              <a:rPr lang="nl-NL" noProof="0" smtClean="0"/>
              <a:t>20-4-2026</a:t>
            </a:fld>
            <a:endParaRPr lang="nl-NL" noProof="0"/>
          </a:p>
        </p:txBody>
      </p:sp>
      <p:sp>
        <p:nvSpPr>
          <p:cNvPr id="6" name="Tijdelijke aanduiding voor voettekst 5">
            <a:extLst>
              <a:ext uri="{FF2B5EF4-FFF2-40B4-BE49-F238E27FC236}">
                <a16:creationId xmlns:a16="http://schemas.microsoft.com/office/drawing/2014/main" id="{D61CD760-96AC-4821-A56B-0B805F2FAD44}"/>
              </a:ext>
            </a:extLst>
          </p:cNvPr>
          <p:cNvSpPr>
            <a:spLocks noGrp="1"/>
          </p:cNvSpPr>
          <p:nvPr>
            <p:ph type="ftr" sz="quarter" idx="11"/>
          </p:nvPr>
        </p:nvSpPr>
        <p:spPr/>
        <p:txBody>
          <a:bodyPr rtlCol="0"/>
          <a:lstStyle/>
          <a:p>
            <a:pPr rtl="0"/>
            <a:endParaRPr lang="nl-NL" noProof="0"/>
          </a:p>
        </p:txBody>
      </p:sp>
      <p:sp>
        <p:nvSpPr>
          <p:cNvPr id="7" name="Tijdelijke aanduiding voor dianummer 6">
            <a:extLst>
              <a:ext uri="{FF2B5EF4-FFF2-40B4-BE49-F238E27FC236}">
                <a16:creationId xmlns:a16="http://schemas.microsoft.com/office/drawing/2014/main" id="{2F750665-D5B5-4D0B-B2F0-CB6B027CDEC7}"/>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3138061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EA47C3-C498-415A-A057-E19BCEB5F28D}"/>
              </a:ext>
            </a:extLst>
          </p:cNvPr>
          <p:cNvSpPr>
            <a:spLocks noGrp="1"/>
          </p:cNvSpPr>
          <p:nvPr>
            <p:ph type="title" hasCustomPrompt="1"/>
          </p:nvPr>
        </p:nvSpPr>
        <p:spPr>
          <a:xfrm>
            <a:off x="839788" y="365125"/>
            <a:ext cx="10515600" cy="1325563"/>
          </a:xfrm>
        </p:spPr>
        <p:txBody>
          <a:bodyPr rtlCol="0"/>
          <a:lstStyle/>
          <a:p>
            <a:pPr rtl="0"/>
            <a:r>
              <a:rPr lang="nl-NL" noProof="0"/>
              <a:t>Klik om de titelstijl van het model te bewerken</a:t>
            </a:r>
          </a:p>
        </p:txBody>
      </p:sp>
      <p:sp>
        <p:nvSpPr>
          <p:cNvPr id="3" name="Tijdelijke aanduiding voor tekst 2">
            <a:extLst>
              <a:ext uri="{FF2B5EF4-FFF2-40B4-BE49-F238E27FC236}">
                <a16:creationId xmlns:a16="http://schemas.microsoft.com/office/drawing/2014/main" id="{7BF6677F-2712-4810-A3AA-56FA75386D2A}"/>
              </a:ext>
            </a:extLst>
          </p:cNvPr>
          <p:cNvSpPr>
            <a:spLocks noGrp="1"/>
          </p:cNvSpPr>
          <p:nvPr>
            <p:ph type="body" idx="1" hasCustomPrompt="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nl-NL" noProof="0"/>
              <a:t>Tekststijlen van het model bewerken</a:t>
            </a:r>
          </a:p>
        </p:txBody>
      </p:sp>
      <p:sp>
        <p:nvSpPr>
          <p:cNvPr id="4" name="Tijdelijke aanduiding voor inhoud 3">
            <a:extLst>
              <a:ext uri="{FF2B5EF4-FFF2-40B4-BE49-F238E27FC236}">
                <a16:creationId xmlns:a16="http://schemas.microsoft.com/office/drawing/2014/main" id="{F871B54A-6775-4978-8E19-32694C9B5E38}"/>
              </a:ext>
            </a:extLst>
          </p:cNvPr>
          <p:cNvSpPr>
            <a:spLocks noGrp="1"/>
          </p:cNvSpPr>
          <p:nvPr>
            <p:ph sz="half" idx="2" hasCustomPrompt="1"/>
          </p:nvPr>
        </p:nvSpPr>
        <p:spPr>
          <a:xfrm>
            <a:off x="839788" y="2505075"/>
            <a:ext cx="5157787" cy="3684588"/>
          </a:xfrm>
        </p:spPr>
        <p:txBody>
          <a:bodyPr rtlCol="0"/>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5" name="Tijdelijke aanduiding voor tekst 4">
            <a:extLst>
              <a:ext uri="{FF2B5EF4-FFF2-40B4-BE49-F238E27FC236}">
                <a16:creationId xmlns:a16="http://schemas.microsoft.com/office/drawing/2014/main" id="{DDBA1303-B245-476D-BD02-A4E4A359F6E7}"/>
              </a:ext>
            </a:extLst>
          </p:cNvPr>
          <p:cNvSpPr>
            <a:spLocks noGrp="1"/>
          </p:cNvSpPr>
          <p:nvPr>
            <p:ph type="body" sz="quarter" idx="3" hasCustomPrompt="1"/>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nl-NL" noProof="0"/>
              <a:t>Tekststijlen van het model bewerken</a:t>
            </a:r>
          </a:p>
        </p:txBody>
      </p:sp>
      <p:sp>
        <p:nvSpPr>
          <p:cNvPr id="6" name="Tijdelijke aanduiding voor inhoud 5">
            <a:extLst>
              <a:ext uri="{FF2B5EF4-FFF2-40B4-BE49-F238E27FC236}">
                <a16:creationId xmlns:a16="http://schemas.microsoft.com/office/drawing/2014/main" id="{BE8E898F-5B79-46F1-89C1-F827997CC485}"/>
              </a:ext>
            </a:extLst>
          </p:cNvPr>
          <p:cNvSpPr>
            <a:spLocks noGrp="1"/>
          </p:cNvSpPr>
          <p:nvPr>
            <p:ph sz="quarter" idx="4" hasCustomPrompt="1"/>
          </p:nvPr>
        </p:nvSpPr>
        <p:spPr>
          <a:xfrm>
            <a:off x="6172200" y="2505075"/>
            <a:ext cx="5183188" cy="3684588"/>
          </a:xfrm>
        </p:spPr>
        <p:txBody>
          <a:bodyPr rtlCol="0"/>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7" name="Tijdelijke aanduiding voor datum 6">
            <a:extLst>
              <a:ext uri="{FF2B5EF4-FFF2-40B4-BE49-F238E27FC236}">
                <a16:creationId xmlns:a16="http://schemas.microsoft.com/office/drawing/2014/main" id="{6B417A4D-2EC9-4294-BFF4-EAE22EE1099A}"/>
              </a:ext>
            </a:extLst>
          </p:cNvPr>
          <p:cNvSpPr>
            <a:spLocks noGrp="1"/>
          </p:cNvSpPr>
          <p:nvPr>
            <p:ph type="dt" sz="half" idx="10"/>
          </p:nvPr>
        </p:nvSpPr>
        <p:spPr/>
        <p:txBody>
          <a:bodyPr rtlCol="0"/>
          <a:lstStyle/>
          <a:p>
            <a:pPr rtl="0"/>
            <a:fld id="{EC09824A-FDB2-4DB7-9721-0BB23F60E78D}" type="datetime1">
              <a:rPr lang="nl-NL" noProof="0" smtClean="0"/>
              <a:t>20-4-2026</a:t>
            </a:fld>
            <a:endParaRPr lang="nl-NL" noProof="0"/>
          </a:p>
        </p:txBody>
      </p:sp>
      <p:sp>
        <p:nvSpPr>
          <p:cNvPr id="8" name="Tijdelijke aanduiding voor voettekst 7">
            <a:extLst>
              <a:ext uri="{FF2B5EF4-FFF2-40B4-BE49-F238E27FC236}">
                <a16:creationId xmlns:a16="http://schemas.microsoft.com/office/drawing/2014/main" id="{6150E317-3602-42A1-BB7F-0184072E8D5F}"/>
              </a:ext>
            </a:extLst>
          </p:cNvPr>
          <p:cNvSpPr>
            <a:spLocks noGrp="1"/>
          </p:cNvSpPr>
          <p:nvPr>
            <p:ph type="ftr" sz="quarter" idx="11"/>
          </p:nvPr>
        </p:nvSpPr>
        <p:spPr/>
        <p:txBody>
          <a:bodyPr rtlCol="0"/>
          <a:lstStyle/>
          <a:p>
            <a:pPr rtl="0"/>
            <a:endParaRPr lang="nl-NL" noProof="0"/>
          </a:p>
        </p:txBody>
      </p:sp>
      <p:sp>
        <p:nvSpPr>
          <p:cNvPr id="9" name="Tijdelijke aanduiding voor dianummer 8">
            <a:extLst>
              <a:ext uri="{FF2B5EF4-FFF2-40B4-BE49-F238E27FC236}">
                <a16:creationId xmlns:a16="http://schemas.microsoft.com/office/drawing/2014/main" id="{50CE2C97-E26C-4A8B-93A0-B01E2C7F4522}"/>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225869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9F68FC-5755-447A-8D7F-9ADED3E994A3}"/>
              </a:ext>
            </a:extLst>
          </p:cNvPr>
          <p:cNvSpPr>
            <a:spLocks noGrp="1"/>
          </p:cNvSpPr>
          <p:nvPr>
            <p:ph type="title" hasCustomPrompt="1"/>
          </p:nvPr>
        </p:nvSpPr>
        <p:spPr/>
        <p:txBody>
          <a:bodyPr rtlCol="0"/>
          <a:lstStyle/>
          <a:p>
            <a:pPr rtl="0"/>
            <a:r>
              <a:rPr lang="nl-NL" noProof="0"/>
              <a:t>Klik om de titelstijl van het model te bewerken</a:t>
            </a:r>
          </a:p>
        </p:txBody>
      </p:sp>
      <p:sp>
        <p:nvSpPr>
          <p:cNvPr id="3" name="Tijdelijke aanduiding voor datum 2">
            <a:extLst>
              <a:ext uri="{FF2B5EF4-FFF2-40B4-BE49-F238E27FC236}">
                <a16:creationId xmlns:a16="http://schemas.microsoft.com/office/drawing/2014/main" id="{8AB50287-81AA-46CA-8CB3-53A7F8313741}"/>
              </a:ext>
            </a:extLst>
          </p:cNvPr>
          <p:cNvSpPr>
            <a:spLocks noGrp="1"/>
          </p:cNvSpPr>
          <p:nvPr>
            <p:ph type="dt" sz="half" idx="10"/>
          </p:nvPr>
        </p:nvSpPr>
        <p:spPr/>
        <p:txBody>
          <a:bodyPr rtlCol="0"/>
          <a:lstStyle/>
          <a:p>
            <a:pPr rtl="0"/>
            <a:fld id="{252A88E9-DDB6-4A5C-AB8B-CF913A69CBD1}" type="datetime1">
              <a:rPr lang="nl-NL" noProof="0" smtClean="0"/>
              <a:t>20-4-2026</a:t>
            </a:fld>
            <a:endParaRPr lang="nl-NL" noProof="0"/>
          </a:p>
        </p:txBody>
      </p:sp>
      <p:sp>
        <p:nvSpPr>
          <p:cNvPr id="4" name="Tijdelijke aanduiding voor voettekst 3">
            <a:extLst>
              <a:ext uri="{FF2B5EF4-FFF2-40B4-BE49-F238E27FC236}">
                <a16:creationId xmlns:a16="http://schemas.microsoft.com/office/drawing/2014/main" id="{2F1BA4AA-02C9-459E-9362-3DA60E3B5972}"/>
              </a:ext>
            </a:extLst>
          </p:cNvPr>
          <p:cNvSpPr>
            <a:spLocks noGrp="1"/>
          </p:cNvSpPr>
          <p:nvPr>
            <p:ph type="ftr" sz="quarter" idx="11"/>
          </p:nvPr>
        </p:nvSpPr>
        <p:spPr/>
        <p:txBody>
          <a:bodyPr rtlCol="0"/>
          <a:lstStyle/>
          <a:p>
            <a:pPr rtl="0"/>
            <a:endParaRPr lang="nl-NL" noProof="0"/>
          </a:p>
        </p:txBody>
      </p:sp>
      <p:sp>
        <p:nvSpPr>
          <p:cNvPr id="5" name="Tijdelijke aanduiding voor dianummer 4">
            <a:extLst>
              <a:ext uri="{FF2B5EF4-FFF2-40B4-BE49-F238E27FC236}">
                <a16:creationId xmlns:a16="http://schemas.microsoft.com/office/drawing/2014/main" id="{AB2A2C8F-DBB4-4235-A67E-FB4039D9AA24}"/>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4068395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B46ACAA5-F8E7-46E9-8BA7-A510948B62CC}"/>
              </a:ext>
            </a:extLst>
          </p:cNvPr>
          <p:cNvSpPr>
            <a:spLocks noGrp="1"/>
          </p:cNvSpPr>
          <p:nvPr>
            <p:ph type="dt" sz="half" idx="10"/>
          </p:nvPr>
        </p:nvSpPr>
        <p:spPr/>
        <p:txBody>
          <a:bodyPr rtlCol="0"/>
          <a:lstStyle/>
          <a:p>
            <a:pPr rtl="0"/>
            <a:fld id="{1CC84D95-382A-42AC-A948-A2B6E98DA282}" type="datetime1">
              <a:rPr lang="nl-NL" noProof="0" smtClean="0"/>
              <a:t>20-4-2026</a:t>
            </a:fld>
            <a:endParaRPr lang="nl-NL" noProof="0"/>
          </a:p>
        </p:txBody>
      </p:sp>
      <p:sp>
        <p:nvSpPr>
          <p:cNvPr id="3" name="Tijdelijke aanduiding voor voettekst 2">
            <a:extLst>
              <a:ext uri="{FF2B5EF4-FFF2-40B4-BE49-F238E27FC236}">
                <a16:creationId xmlns:a16="http://schemas.microsoft.com/office/drawing/2014/main" id="{D1F2DEE8-5654-4DCA-A8D0-D883E52B6FBC}"/>
              </a:ext>
            </a:extLst>
          </p:cNvPr>
          <p:cNvSpPr>
            <a:spLocks noGrp="1"/>
          </p:cNvSpPr>
          <p:nvPr>
            <p:ph type="ftr" sz="quarter" idx="11"/>
          </p:nvPr>
        </p:nvSpPr>
        <p:spPr/>
        <p:txBody>
          <a:bodyPr rtlCol="0"/>
          <a:lstStyle/>
          <a:p>
            <a:pPr rtl="0"/>
            <a:endParaRPr lang="nl-NL" noProof="0"/>
          </a:p>
        </p:txBody>
      </p:sp>
      <p:sp>
        <p:nvSpPr>
          <p:cNvPr id="4" name="Tijdelijke aanduiding voor dianummer 3">
            <a:extLst>
              <a:ext uri="{FF2B5EF4-FFF2-40B4-BE49-F238E27FC236}">
                <a16:creationId xmlns:a16="http://schemas.microsoft.com/office/drawing/2014/main" id="{B0B179A5-4329-4057-9DEB-5B6E3AD1183F}"/>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621790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91DA80-336B-4DBB-91A1-6E3E4B3C20AA}"/>
              </a:ext>
            </a:extLst>
          </p:cNvPr>
          <p:cNvSpPr>
            <a:spLocks noGrp="1"/>
          </p:cNvSpPr>
          <p:nvPr>
            <p:ph type="title" hasCustomPrompt="1"/>
          </p:nvPr>
        </p:nvSpPr>
        <p:spPr>
          <a:xfrm>
            <a:off x="839788" y="457200"/>
            <a:ext cx="3932237" cy="1600200"/>
          </a:xfrm>
        </p:spPr>
        <p:txBody>
          <a:bodyPr rtlCol="0" anchor="b"/>
          <a:lstStyle>
            <a:lvl1pPr>
              <a:defRPr sz="3200"/>
            </a:lvl1pPr>
          </a:lstStyle>
          <a:p>
            <a:pPr rtl="0"/>
            <a:r>
              <a:rPr lang="nl-NL" noProof="0"/>
              <a:t>Klik om de titelstijl van het model te bewerken</a:t>
            </a:r>
          </a:p>
        </p:txBody>
      </p:sp>
      <p:sp>
        <p:nvSpPr>
          <p:cNvPr id="3" name="Tijdelijke aanduiding voor inhoud 2">
            <a:extLst>
              <a:ext uri="{FF2B5EF4-FFF2-40B4-BE49-F238E27FC236}">
                <a16:creationId xmlns:a16="http://schemas.microsoft.com/office/drawing/2014/main" id="{3840D456-F0A3-4789-A310-A23F01B2EC00}"/>
              </a:ext>
            </a:extLst>
          </p:cNvPr>
          <p:cNvSpPr>
            <a:spLocks noGrp="1"/>
          </p:cNvSpPr>
          <p:nvPr>
            <p:ph idx="1" hasCustomPrompt="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4" name="Tijdelijke aanduiding voor tekst 3">
            <a:extLst>
              <a:ext uri="{FF2B5EF4-FFF2-40B4-BE49-F238E27FC236}">
                <a16:creationId xmlns:a16="http://schemas.microsoft.com/office/drawing/2014/main" id="{CB8A8B05-7071-44D4-80F7-3E8191C9A49B}"/>
              </a:ext>
            </a:extLst>
          </p:cNvPr>
          <p:cNvSpPr>
            <a:spLocks noGrp="1"/>
          </p:cNvSpPr>
          <p:nvPr>
            <p:ph type="body" sz="half" idx="2" hasCustomPrompt="1"/>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nl-NL" noProof="0"/>
              <a:t>Tekststijlen van het model bewerken</a:t>
            </a:r>
          </a:p>
        </p:txBody>
      </p:sp>
      <p:sp>
        <p:nvSpPr>
          <p:cNvPr id="5" name="Tijdelijke aanduiding voor datum 4">
            <a:extLst>
              <a:ext uri="{FF2B5EF4-FFF2-40B4-BE49-F238E27FC236}">
                <a16:creationId xmlns:a16="http://schemas.microsoft.com/office/drawing/2014/main" id="{E5D8562E-E6F1-449B-909C-98426BA86B36}"/>
              </a:ext>
            </a:extLst>
          </p:cNvPr>
          <p:cNvSpPr>
            <a:spLocks noGrp="1"/>
          </p:cNvSpPr>
          <p:nvPr>
            <p:ph type="dt" sz="half" idx="10"/>
          </p:nvPr>
        </p:nvSpPr>
        <p:spPr/>
        <p:txBody>
          <a:bodyPr rtlCol="0"/>
          <a:lstStyle/>
          <a:p>
            <a:pPr rtl="0"/>
            <a:fld id="{9140F839-0A54-4A05-BE3C-50B743B536AB}" type="datetime1">
              <a:rPr lang="nl-NL" noProof="0" smtClean="0"/>
              <a:t>20-4-2026</a:t>
            </a:fld>
            <a:endParaRPr lang="nl-NL" noProof="0"/>
          </a:p>
        </p:txBody>
      </p:sp>
      <p:sp>
        <p:nvSpPr>
          <p:cNvPr id="6" name="Tijdelijke aanduiding voor voettekst 5">
            <a:extLst>
              <a:ext uri="{FF2B5EF4-FFF2-40B4-BE49-F238E27FC236}">
                <a16:creationId xmlns:a16="http://schemas.microsoft.com/office/drawing/2014/main" id="{7EB47A9A-FB08-407B-A73A-0AC513F0FD5A}"/>
              </a:ext>
            </a:extLst>
          </p:cNvPr>
          <p:cNvSpPr>
            <a:spLocks noGrp="1"/>
          </p:cNvSpPr>
          <p:nvPr>
            <p:ph type="ftr" sz="quarter" idx="11"/>
          </p:nvPr>
        </p:nvSpPr>
        <p:spPr/>
        <p:txBody>
          <a:bodyPr rtlCol="0"/>
          <a:lstStyle/>
          <a:p>
            <a:pPr rtl="0"/>
            <a:endParaRPr lang="nl-NL" noProof="0"/>
          </a:p>
        </p:txBody>
      </p:sp>
      <p:sp>
        <p:nvSpPr>
          <p:cNvPr id="7" name="Tijdelijke aanduiding voor dianummer 6">
            <a:extLst>
              <a:ext uri="{FF2B5EF4-FFF2-40B4-BE49-F238E27FC236}">
                <a16:creationId xmlns:a16="http://schemas.microsoft.com/office/drawing/2014/main" id="{4BFF841F-796A-4FE6-B5E0-C8A4986793EE}"/>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108984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AD474D-6779-4C23-BD3C-82F5DC3E3E2F}"/>
              </a:ext>
            </a:extLst>
          </p:cNvPr>
          <p:cNvSpPr>
            <a:spLocks noGrp="1"/>
          </p:cNvSpPr>
          <p:nvPr>
            <p:ph type="title" hasCustomPrompt="1"/>
          </p:nvPr>
        </p:nvSpPr>
        <p:spPr>
          <a:xfrm>
            <a:off x="839788" y="457200"/>
            <a:ext cx="3932237" cy="1600200"/>
          </a:xfrm>
        </p:spPr>
        <p:txBody>
          <a:bodyPr rtlCol="0" anchor="b"/>
          <a:lstStyle>
            <a:lvl1pPr>
              <a:defRPr sz="3200"/>
            </a:lvl1pPr>
          </a:lstStyle>
          <a:p>
            <a:pPr rtl="0"/>
            <a:r>
              <a:rPr lang="nl-NL" noProof="0"/>
              <a:t>Klik om de titelstijl van het model te bewerken</a:t>
            </a:r>
          </a:p>
        </p:txBody>
      </p:sp>
      <p:sp>
        <p:nvSpPr>
          <p:cNvPr id="3" name="Tijdelijke aanduiding voor afbeelding 2">
            <a:extLst>
              <a:ext uri="{FF2B5EF4-FFF2-40B4-BE49-F238E27FC236}">
                <a16:creationId xmlns:a16="http://schemas.microsoft.com/office/drawing/2014/main" id="{0A21096C-E430-49C7-A801-21C0BD95DC42}"/>
              </a:ext>
            </a:extLst>
          </p:cNvPr>
          <p:cNvSpPr>
            <a:spLocks noGrp="1"/>
          </p:cNvSpPr>
          <p:nvPr>
            <p:ph type="pic" idx="1" hasCustomPrompt="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nl-NL" noProof="0"/>
              <a:t>Klik op pictogram om afbeelding toe te voegen</a:t>
            </a:r>
          </a:p>
        </p:txBody>
      </p:sp>
      <p:sp>
        <p:nvSpPr>
          <p:cNvPr id="4" name="Tijdelijke aanduiding voor tekst 3">
            <a:extLst>
              <a:ext uri="{FF2B5EF4-FFF2-40B4-BE49-F238E27FC236}">
                <a16:creationId xmlns:a16="http://schemas.microsoft.com/office/drawing/2014/main" id="{0024828F-334F-4A50-850D-10684F245271}"/>
              </a:ext>
            </a:extLst>
          </p:cNvPr>
          <p:cNvSpPr>
            <a:spLocks noGrp="1"/>
          </p:cNvSpPr>
          <p:nvPr>
            <p:ph type="body" sz="half" idx="2" hasCustomPrompt="1"/>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nl-NL" noProof="0"/>
              <a:t>Tekststijlen van het model bewerken</a:t>
            </a:r>
          </a:p>
        </p:txBody>
      </p:sp>
      <p:sp>
        <p:nvSpPr>
          <p:cNvPr id="5" name="Tijdelijke aanduiding voor datum 4">
            <a:extLst>
              <a:ext uri="{FF2B5EF4-FFF2-40B4-BE49-F238E27FC236}">
                <a16:creationId xmlns:a16="http://schemas.microsoft.com/office/drawing/2014/main" id="{533293F4-2B70-4BB5-A982-219E4133E251}"/>
              </a:ext>
            </a:extLst>
          </p:cNvPr>
          <p:cNvSpPr>
            <a:spLocks noGrp="1"/>
          </p:cNvSpPr>
          <p:nvPr>
            <p:ph type="dt" sz="half" idx="10"/>
          </p:nvPr>
        </p:nvSpPr>
        <p:spPr/>
        <p:txBody>
          <a:bodyPr rtlCol="0"/>
          <a:lstStyle/>
          <a:p>
            <a:pPr rtl="0"/>
            <a:fld id="{FBF415CA-8F24-4166-90B1-7CAA454FBB70}" type="datetime1">
              <a:rPr lang="nl-NL" noProof="0" smtClean="0"/>
              <a:t>20-4-2026</a:t>
            </a:fld>
            <a:endParaRPr lang="nl-NL" noProof="0"/>
          </a:p>
        </p:txBody>
      </p:sp>
      <p:sp>
        <p:nvSpPr>
          <p:cNvPr id="6" name="Tijdelijke aanduiding voor voettekst 5">
            <a:extLst>
              <a:ext uri="{FF2B5EF4-FFF2-40B4-BE49-F238E27FC236}">
                <a16:creationId xmlns:a16="http://schemas.microsoft.com/office/drawing/2014/main" id="{C4F9A86F-B378-4759-B50E-2E0BFAE62463}"/>
              </a:ext>
            </a:extLst>
          </p:cNvPr>
          <p:cNvSpPr>
            <a:spLocks noGrp="1"/>
          </p:cNvSpPr>
          <p:nvPr>
            <p:ph type="ftr" sz="quarter" idx="11"/>
          </p:nvPr>
        </p:nvSpPr>
        <p:spPr/>
        <p:txBody>
          <a:bodyPr rtlCol="0"/>
          <a:lstStyle/>
          <a:p>
            <a:pPr rtl="0"/>
            <a:endParaRPr lang="nl-NL" noProof="0"/>
          </a:p>
        </p:txBody>
      </p:sp>
      <p:sp>
        <p:nvSpPr>
          <p:cNvPr id="7" name="Tijdelijke aanduiding voor dianummer 6">
            <a:extLst>
              <a:ext uri="{FF2B5EF4-FFF2-40B4-BE49-F238E27FC236}">
                <a16:creationId xmlns:a16="http://schemas.microsoft.com/office/drawing/2014/main" id="{B0A95BDC-FC58-4638-AA59-A3DA9931FD3D}"/>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1790833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4A47D73-EDDA-49A6-BA12-1CA980DA9BC0}"/>
              </a:ext>
            </a:extLst>
          </p:cNvPr>
          <p:cNvSpPr>
            <a:spLocks noGrp="1"/>
          </p:cNvSpPr>
          <p:nvPr>
            <p:ph type="title" hasCustomPrompt="1"/>
          </p:nvPr>
        </p:nvSpPr>
        <p:spPr/>
        <p:txBody>
          <a:bodyPr rtlCol="0"/>
          <a:lstStyle/>
          <a:p>
            <a:pPr rtl="0"/>
            <a:r>
              <a:rPr lang="nl-NL" noProof="0"/>
              <a:t>Klik om de titelstijl van het model te bewerken</a:t>
            </a:r>
          </a:p>
        </p:txBody>
      </p:sp>
      <p:sp>
        <p:nvSpPr>
          <p:cNvPr id="3" name="Tijdelijke aanduiding voor verticale tekst 2">
            <a:extLst>
              <a:ext uri="{FF2B5EF4-FFF2-40B4-BE49-F238E27FC236}">
                <a16:creationId xmlns:a16="http://schemas.microsoft.com/office/drawing/2014/main" id="{2189B82E-4CA1-47A5-B133-FBD4D8A83983}"/>
              </a:ext>
            </a:extLst>
          </p:cNvPr>
          <p:cNvSpPr>
            <a:spLocks noGrp="1"/>
          </p:cNvSpPr>
          <p:nvPr>
            <p:ph type="body" orient="vert" idx="1" hasCustomPrompt="1"/>
          </p:nvPr>
        </p:nvSpPr>
        <p:spPr/>
        <p:txBody>
          <a:bodyPr vert="eaVert" rtlCol="0"/>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4" name="Tijdelijke aanduiding voor datum 3">
            <a:extLst>
              <a:ext uri="{FF2B5EF4-FFF2-40B4-BE49-F238E27FC236}">
                <a16:creationId xmlns:a16="http://schemas.microsoft.com/office/drawing/2014/main" id="{938A267F-D142-4D04-9F03-6CB099E6FA32}"/>
              </a:ext>
            </a:extLst>
          </p:cNvPr>
          <p:cNvSpPr>
            <a:spLocks noGrp="1"/>
          </p:cNvSpPr>
          <p:nvPr>
            <p:ph type="dt" sz="half" idx="10"/>
          </p:nvPr>
        </p:nvSpPr>
        <p:spPr/>
        <p:txBody>
          <a:bodyPr rtlCol="0"/>
          <a:lstStyle/>
          <a:p>
            <a:pPr rtl="0"/>
            <a:fld id="{A1C9AF79-3E10-4EA6-9F37-FCB80B64F6D5}" type="datetime1">
              <a:rPr lang="nl-NL" noProof="0" smtClean="0"/>
              <a:t>20-4-2026</a:t>
            </a:fld>
            <a:endParaRPr lang="nl-NL" noProof="0"/>
          </a:p>
        </p:txBody>
      </p:sp>
      <p:sp>
        <p:nvSpPr>
          <p:cNvPr id="5" name="Tijdelijke aanduiding voor voettekst 4">
            <a:extLst>
              <a:ext uri="{FF2B5EF4-FFF2-40B4-BE49-F238E27FC236}">
                <a16:creationId xmlns:a16="http://schemas.microsoft.com/office/drawing/2014/main" id="{705127CA-154D-4E90-B776-A2EE71F78D2E}"/>
              </a:ext>
            </a:extLst>
          </p:cNvPr>
          <p:cNvSpPr>
            <a:spLocks noGrp="1"/>
          </p:cNvSpPr>
          <p:nvPr>
            <p:ph type="ftr" sz="quarter" idx="11"/>
          </p:nvPr>
        </p:nvSpPr>
        <p:spPr/>
        <p:txBody>
          <a:bodyPr rtlCol="0"/>
          <a:lstStyle/>
          <a:p>
            <a:pPr rtl="0"/>
            <a:endParaRPr lang="nl-NL" noProof="0"/>
          </a:p>
        </p:txBody>
      </p:sp>
      <p:sp>
        <p:nvSpPr>
          <p:cNvPr id="6" name="Tijdelijke aanduiding voor dianummer 5">
            <a:extLst>
              <a:ext uri="{FF2B5EF4-FFF2-40B4-BE49-F238E27FC236}">
                <a16:creationId xmlns:a16="http://schemas.microsoft.com/office/drawing/2014/main" id="{ED5F0BA5-F4EE-4282-B111-76B869BE267D}"/>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3067408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0256E92A-52E0-4710-BDEF-0A1534685403}"/>
              </a:ext>
            </a:extLst>
          </p:cNvPr>
          <p:cNvSpPr>
            <a:spLocks noGrp="1"/>
          </p:cNvSpPr>
          <p:nvPr>
            <p:ph type="title" orient="vert" hasCustomPrompt="1"/>
          </p:nvPr>
        </p:nvSpPr>
        <p:spPr>
          <a:xfrm>
            <a:off x="8724900" y="365125"/>
            <a:ext cx="2628900" cy="5811838"/>
          </a:xfrm>
        </p:spPr>
        <p:txBody>
          <a:bodyPr vert="eaVert" rtlCol="0"/>
          <a:lstStyle/>
          <a:p>
            <a:pPr rtl="0"/>
            <a:r>
              <a:rPr lang="nl-NL" noProof="0"/>
              <a:t>Klik om de titelstijl van het model te bewerken</a:t>
            </a:r>
          </a:p>
        </p:txBody>
      </p:sp>
      <p:sp>
        <p:nvSpPr>
          <p:cNvPr id="3" name="Tijdelijke aanduiding voor verticale tekst 2">
            <a:extLst>
              <a:ext uri="{FF2B5EF4-FFF2-40B4-BE49-F238E27FC236}">
                <a16:creationId xmlns:a16="http://schemas.microsoft.com/office/drawing/2014/main" id="{B7A240E1-5EB0-47FD-AA37-BF945D136CC3}"/>
              </a:ext>
            </a:extLst>
          </p:cNvPr>
          <p:cNvSpPr>
            <a:spLocks noGrp="1"/>
          </p:cNvSpPr>
          <p:nvPr>
            <p:ph type="body" orient="vert" idx="1" hasCustomPrompt="1"/>
          </p:nvPr>
        </p:nvSpPr>
        <p:spPr>
          <a:xfrm>
            <a:off x="838200" y="365125"/>
            <a:ext cx="7734300" cy="5811838"/>
          </a:xfrm>
        </p:spPr>
        <p:txBody>
          <a:bodyPr vert="eaVert" rtlCol="0"/>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4" name="Tijdelijke aanduiding voor datum 3">
            <a:extLst>
              <a:ext uri="{FF2B5EF4-FFF2-40B4-BE49-F238E27FC236}">
                <a16:creationId xmlns:a16="http://schemas.microsoft.com/office/drawing/2014/main" id="{A1A14243-F1E4-487A-ABEC-30516A01DF2B}"/>
              </a:ext>
            </a:extLst>
          </p:cNvPr>
          <p:cNvSpPr>
            <a:spLocks noGrp="1"/>
          </p:cNvSpPr>
          <p:nvPr>
            <p:ph type="dt" sz="half" idx="10"/>
          </p:nvPr>
        </p:nvSpPr>
        <p:spPr/>
        <p:txBody>
          <a:bodyPr rtlCol="0"/>
          <a:lstStyle/>
          <a:p>
            <a:pPr rtl="0"/>
            <a:fld id="{1E809230-D544-4E00-B382-78FEAACD3147}" type="datetime1">
              <a:rPr lang="nl-NL" noProof="0" smtClean="0"/>
              <a:t>20-4-2026</a:t>
            </a:fld>
            <a:endParaRPr lang="nl-NL" noProof="0"/>
          </a:p>
        </p:txBody>
      </p:sp>
      <p:sp>
        <p:nvSpPr>
          <p:cNvPr id="5" name="Tijdelijke aanduiding voor voettekst 4">
            <a:extLst>
              <a:ext uri="{FF2B5EF4-FFF2-40B4-BE49-F238E27FC236}">
                <a16:creationId xmlns:a16="http://schemas.microsoft.com/office/drawing/2014/main" id="{AC358244-98FD-472D-AB8C-075F71C10BF7}"/>
              </a:ext>
            </a:extLst>
          </p:cNvPr>
          <p:cNvSpPr>
            <a:spLocks noGrp="1"/>
          </p:cNvSpPr>
          <p:nvPr>
            <p:ph type="ftr" sz="quarter" idx="11"/>
          </p:nvPr>
        </p:nvSpPr>
        <p:spPr/>
        <p:txBody>
          <a:bodyPr rtlCol="0"/>
          <a:lstStyle/>
          <a:p>
            <a:pPr rtl="0"/>
            <a:endParaRPr lang="nl-NL" noProof="0"/>
          </a:p>
        </p:txBody>
      </p:sp>
      <p:sp>
        <p:nvSpPr>
          <p:cNvPr id="6" name="Tijdelijke aanduiding voor dianummer 5">
            <a:extLst>
              <a:ext uri="{FF2B5EF4-FFF2-40B4-BE49-F238E27FC236}">
                <a16:creationId xmlns:a16="http://schemas.microsoft.com/office/drawing/2014/main" id="{74998D5A-820D-4519-967F-33320971CBAB}"/>
              </a:ext>
            </a:extLst>
          </p:cNvPr>
          <p:cNvSpPr>
            <a:spLocks noGrp="1"/>
          </p:cNvSpPr>
          <p:nvPr>
            <p:ph type="sldNum" sz="quarter" idx="12"/>
          </p:nvPr>
        </p:nvSpPr>
        <p:spPr/>
        <p:txBody>
          <a:bodyPr rtlCol="0"/>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14024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6D80BC3B-525F-4038-9330-0729879F91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nl-NL" noProof="0"/>
              <a:t>Klik om de titelstijl van het model te bewerken</a:t>
            </a:r>
          </a:p>
        </p:txBody>
      </p:sp>
      <p:sp>
        <p:nvSpPr>
          <p:cNvPr id="3" name="Tijdelijke aanduiding voor tekst 2">
            <a:extLst>
              <a:ext uri="{FF2B5EF4-FFF2-40B4-BE49-F238E27FC236}">
                <a16:creationId xmlns:a16="http://schemas.microsoft.com/office/drawing/2014/main" id="{99629186-93D7-46FA-AE02-36D9426043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nl-NL" noProof="0"/>
              <a:t>Tekststijlen van het model bewerken</a:t>
            </a:r>
          </a:p>
          <a:p>
            <a:pPr lvl="1" rtl="0"/>
            <a:r>
              <a:rPr lang="nl-NL" noProof="0"/>
              <a:t>Tweede niveau</a:t>
            </a:r>
          </a:p>
          <a:p>
            <a:pPr lvl="2" rtl="0"/>
            <a:r>
              <a:rPr lang="nl-NL" noProof="0"/>
              <a:t>Derde niveau</a:t>
            </a:r>
          </a:p>
          <a:p>
            <a:pPr lvl="3" rtl="0"/>
            <a:r>
              <a:rPr lang="nl-NL" noProof="0"/>
              <a:t>Vierde niveau</a:t>
            </a:r>
          </a:p>
          <a:p>
            <a:pPr lvl="4" rtl="0"/>
            <a:r>
              <a:rPr lang="nl-NL" noProof="0"/>
              <a:t>Vijfde niveau</a:t>
            </a:r>
          </a:p>
        </p:txBody>
      </p:sp>
      <p:sp>
        <p:nvSpPr>
          <p:cNvPr id="4" name="Tijdelijke aanduiding voor datum 3">
            <a:extLst>
              <a:ext uri="{FF2B5EF4-FFF2-40B4-BE49-F238E27FC236}">
                <a16:creationId xmlns:a16="http://schemas.microsoft.com/office/drawing/2014/main" id="{21BF1CEB-0530-4996-BAEF-2E6A04DAD6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DACA1862-93F6-4048-885A-EFBF12C8CE0B}" type="datetime1">
              <a:rPr lang="nl-NL" noProof="0" smtClean="0"/>
              <a:t>20-4-2026</a:t>
            </a:fld>
            <a:endParaRPr lang="nl-NL" noProof="0"/>
          </a:p>
        </p:txBody>
      </p:sp>
      <p:sp>
        <p:nvSpPr>
          <p:cNvPr id="5" name="Tijdelijke aanduiding voor voettekst 4">
            <a:extLst>
              <a:ext uri="{FF2B5EF4-FFF2-40B4-BE49-F238E27FC236}">
                <a16:creationId xmlns:a16="http://schemas.microsoft.com/office/drawing/2014/main" id="{C8DCFF3D-7353-4B4D-9E75-FA835E06E7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nl-NL" noProof="0"/>
          </a:p>
        </p:txBody>
      </p:sp>
      <p:sp>
        <p:nvSpPr>
          <p:cNvPr id="6" name="Tijdelijke aanduiding voor dianummer 5">
            <a:extLst>
              <a:ext uri="{FF2B5EF4-FFF2-40B4-BE49-F238E27FC236}">
                <a16:creationId xmlns:a16="http://schemas.microsoft.com/office/drawing/2014/main" id="{F382C8D6-8B0B-4982-9EE4-AA823C69C3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A6AF1B4E-90EC-4A51-B6E5-B702C054ECB0}" type="slidenum">
              <a:rPr lang="nl-NL" noProof="0" smtClean="0"/>
              <a:t>‹N°›</a:t>
            </a:fld>
            <a:endParaRPr lang="nl-NL" noProof="0"/>
          </a:p>
        </p:txBody>
      </p:sp>
    </p:spTree>
    <p:extLst>
      <p:ext uri="{BB962C8B-B14F-4D97-AF65-F5344CB8AC3E}">
        <p14:creationId xmlns:p14="http://schemas.microsoft.com/office/powerpoint/2010/main" val="4010604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svg"/><Relationship Id="rId5" Type="http://schemas.openxmlformats.org/officeDocument/2006/relationships/image" Target="../media/image3.sv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61AC0E-7195-4ACF-AA0A-5E2923A987F7}"/>
              </a:ext>
            </a:extLst>
          </p:cNvPr>
          <p:cNvSpPr>
            <a:spLocks noGrp="1"/>
          </p:cNvSpPr>
          <p:nvPr>
            <p:ph type="ctrTitle"/>
          </p:nvPr>
        </p:nvSpPr>
        <p:spPr>
          <a:xfrm>
            <a:off x="4654294" y="4522156"/>
            <a:ext cx="5835905" cy="1363215"/>
          </a:xfrm>
        </p:spPr>
        <p:txBody>
          <a:bodyPr rtlCol="0" anchor="t">
            <a:normAutofit/>
          </a:bodyPr>
          <a:lstStyle/>
          <a:p>
            <a:pPr algn="l" rtl="0"/>
            <a:r>
              <a:rPr lang="nl-NL" sz="4400" dirty="0" err="1">
                <a:latin typeface="Franklin Gothic Book" panose="020B0503020102020204" pitchFamily="34" charset="0"/>
                <a:cs typeface="Segoe UI" panose="020B0502040204020203" pitchFamily="34" charset="0"/>
              </a:rPr>
              <a:t>Whoami</a:t>
            </a:r>
            <a:br>
              <a:rPr lang="nl-NL" sz="4400" dirty="0">
                <a:latin typeface="Franklin Gothic Book" panose="020B0503020102020204" pitchFamily="34" charset="0"/>
                <a:cs typeface="Segoe UI" panose="020B0502040204020203" pitchFamily="34" charset="0"/>
              </a:rPr>
            </a:br>
            <a:r>
              <a:rPr lang="nl-NL" sz="4400" dirty="0">
                <a:latin typeface="Franklin Gothic Book" panose="020B0503020102020204" pitchFamily="34" charset="0"/>
                <a:cs typeface="Segoe UI" panose="020B0502040204020203" pitchFamily="34" charset="0"/>
              </a:rPr>
              <a:t> Hadjiu Ernest</a:t>
            </a:r>
          </a:p>
        </p:txBody>
      </p:sp>
      <p:sp>
        <p:nvSpPr>
          <p:cNvPr id="3" name="Subtitel 2">
            <a:extLst>
              <a:ext uri="{FF2B5EF4-FFF2-40B4-BE49-F238E27FC236}">
                <a16:creationId xmlns:a16="http://schemas.microsoft.com/office/drawing/2014/main" id="{814253EE-4FA2-4843-BE27-C7D5B08FFB81}"/>
              </a:ext>
            </a:extLst>
          </p:cNvPr>
          <p:cNvSpPr>
            <a:spLocks noGrp="1"/>
          </p:cNvSpPr>
          <p:nvPr>
            <p:ph type="subTitle" idx="1"/>
          </p:nvPr>
        </p:nvSpPr>
        <p:spPr>
          <a:xfrm>
            <a:off x="4654296" y="3945418"/>
            <a:ext cx="5835903" cy="576738"/>
          </a:xfrm>
        </p:spPr>
        <p:txBody>
          <a:bodyPr rtlCol="0" anchor="b">
            <a:normAutofit/>
          </a:bodyPr>
          <a:lstStyle/>
          <a:p>
            <a:pPr algn="l" rtl="0"/>
            <a:r>
              <a:rPr lang="nl-NL" sz="2000" dirty="0" err="1">
                <a:latin typeface="Franklin Gothic Book" panose="020B0503020102020204" pitchFamily="34" charset="0"/>
              </a:rPr>
              <a:t>Commande</a:t>
            </a:r>
            <a:r>
              <a:rPr lang="nl-NL" sz="2000" dirty="0">
                <a:latin typeface="Franklin Gothic Book" panose="020B0503020102020204" pitchFamily="34" charset="0"/>
              </a:rPr>
              <a:t> : </a:t>
            </a:r>
          </a:p>
        </p:txBody>
      </p:sp>
      <p:sp>
        <p:nvSpPr>
          <p:cNvPr id="29" name="Vrije vorm: Vorm 28">
            <a:extLst>
              <a:ext uri="{FF2B5EF4-FFF2-40B4-BE49-F238E27FC236}">
                <a16:creationId xmlns:a16="http://schemas.microsoft.com/office/drawing/2014/main" id="{F6E384F5-137A-40B1-97F0-694CC6ECD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22218"/>
            <a:ext cx="3730752" cy="4735782"/>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Vrije vorm: Vorm 30">
            <a:extLst>
              <a:ext uri="{FF2B5EF4-FFF2-40B4-BE49-F238E27FC236}">
                <a16:creationId xmlns:a16="http://schemas.microsoft.com/office/drawing/2014/main" id="{EBA87361-6D30-46E4-834B-719CF5905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8332"/>
            <a:ext cx="3564638" cy="4569668"/>
          </a:xfrm>
          <a:custGeom>
            <a:avLst/>
            <a:gdLst>
              <a:gd name="connsiteX0" fmla="*/ 640080 w 3564638"/>
              <a:gd name="connsiteY0" fmla="*/ 0 h 4569668"/>
              <a:gd name="connsiteX1" fmla="*/ 3564638 w 3564638"/>
              <a:gd name="connsiteY1" fmla="*/ 2924558 h 4569668"/>
              <a:gd name="connsiteX2" fmla="*/ 3065170 w 3564638"/>
              <a:gd name="connsiteY2" fmla="*/ 4559707 h 4569668"/>
              <a:gd name="connsiteX3" fmla="*/ 3057720 w 3564638"/>
              <a:gd name="connsiteY3" fmla="*/ 4569668 h 4569668"/>
              <a:gd name="connsiteX4" fmla="*/ 0 w 3564638"/>
              <a:gd name="connsiteY4" fmla="*/ 4569668 h 4569668"/>
              <a:gd name="connsiteX5" fmla="*/ 0 w 3564638"/>
              <a:gd name="connsiteY5" fmla="*/ 72448 h 4569668"/>
              <a:gd name="connsiteX6" fmla="*/ 50679 w 3564638"/>
              <a:gd name="connsiteY6" fmla="*/ 59417 h 4569668"/>
              <a:gd name="connsiteX7" fmla="*/ 640080 w 3564638"/>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4638" h="4569668">
                <a:moveTo>
                  <a:pt x="640080" y="0"/>
                </a:moveTo>
                <a:cubicBezTo>
                  <a:pt x="2255269" y="0"/>
                  <a:pt x="3564638" y="1309369"/>
                  <a:pt x="3564638" y="2924558"/>
                </a:cubicBezTo>
                <a:cubicBezTo>
                  <a:pt x="3564638" y="3530254"/>
                  <a:pt x="3380508" y="4092944"/>
                  <a:pt x="3065170" y="4559707"/>
                </a:cubicBezTo>
                <a:lnTo>
                  <a:pt x="3057720" y="4569668"/>
                </a:lnTo>
                <a:lnTo>
                  <a:pt x="0" y="4569668"/>
                </a:lnTo>
                <a:lnTo>
                  <a:pt x="0" y="72448"/>
                </a:lnTo>
                <a:lnTo>
                  <a:pt x="50679" y="59417"/>
                </a:lnTo>
                <a:cubicBezTo>
                  <a:pt x="241061" y="20459"/>
                  <a:pt x="438181" y="0"/>
                  <a:pt x="64008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Vrije vorm: Vorm 32">
            <a:extLst>
              <a:ext uri="{FF2B5EF4-FFF2-40B4-BE49-F238E27FC236}">
                <a16:creationId xmlns:a16="http://schemas.microsoft.com/office/drawing/2014/main" id="{9DBC4630-03DA-474F-BBCB-BA3AE6B3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982" y="-4332"/>
            <a:ext cx="4242816" cy="2454158"/>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Vrije vorm: Vorm 34">
            <a:extLst>
              <a:ext uri="{FF2B5EF4-FFF2-40B4-BE49-F238E27FC236}">
                <a16:creationId xmlns:a16="http://schemas.microsoft.com/office/drawing/2014/main" id="{D89DB1C0-FEEC-4CB6-88B2-F9C5562E09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574" y="0"/>
            <a:ext cx="3913632" cy="2285234"/>
          </a:xfrm>
          <a:custGeom>
            <a:avLst/>
            <a:gdLst>
              <a:gd name="connsiteX0" fmla="*/ 29691 w 3913632"/>
              <a:gd name="connsiteY0" fmla="*/ 0 h 2285234"/>
              <a:gd name="connsiteX1" fmla="*/ 3883942 w 3913632"/>
              <a:gd name="connsiteY1" fmla="*/ 0 h 2285234"/>
              <a:gd name="connsiteX2" fmla="*/ 3903529 w 3913632"/>
              <a:gd name="connsiteY2" fmla="*/ 128345 h 2285234"/>
              <a:gd name="connsiteX3" fmla="*/ 3913632 w 3913632"/>
              <a:gd name="connsiteY3" fmla="*/ 328418 h 2285234"/>
              <a:gd name="connsiteX4" fmla="*/ 1956816 w 3913632"/>
              <a:gd name="connsiteY4" fmla="*/ 2285234 h 2285234"/>
              <a:gd name="connsiteX5" fmla="*/ 0 w 3913632"/>
              <a:gd name="connsiteY5" fmla="*/ 328418 h 2285234"/>
              <a:gd name="connsiteX6" fmla="*/ 10103 w 3913632"/>
              <a:gd name="connsiteY6" fmla="*/ 128345 h 2285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3632" h="2285234">
                <a:moveTo>
                  <a:pt x="29691" y="0"/>
                </a:moveTo>
                <a:lnTo>
                  <a:pt x="3883942" y="0"/>
                </a:lnTo>
                <a:lnTo>
                  <a:pt x="3903529" y="128345"/>
                </a:lnTo>
                <a:cubicBezTo>
                  <a:pt x="3910210" y="194127"/>
                  <a:pt x="3913632" y="260873"/>
                  <a:pt x="3913632" y="328418"/>
                </a:cubicBezTo>
                <a:cubicBezTo>
                  <a:pt x="3913632" y="1409138"/>
                  <a:pt x="3037536" y="2285234"/>
                  <a:pt x="1956816" y="2285234"/>
                </a:cubicBezTo>
                <a:cubicBezTo>
                  <a:pt x="876096" y="2285234"/>
                  <a:pt x="0" y="1409138"/>
                  <a:pt x="0" y="328418"/>
                </a:cubicBezTo>
                <a:cubicBezTo>
                  <a:pt x="0" y="260873"/>
                  <a:pt x="3422" y="194127"/>
                  <a:pt x="10103" y="12834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Afbeelding 8" descr="Open boek">
            <a:extLst>
              <a:ext uri="{FF2B5EF4-FFF2-40B4-BE49-F238E27FC236}">
                <a16:creationId xmlns:a16="http://schemas.microsoft.com/office/drawing/2014/main" id="{93E427C7-0218-4592-82DA-2431E4BF875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85250" y="164573"/>
            <a:ext cx="1636279" cy="1636279"/>
          </a:xfrm>
          <a:prstGeom prst="rect">
            <a:avLst/>
          </a:prstGeom>
        </p:spPr>
      </p:pic>
      <p:sp>
        <p:nvSpPr>
          <p:cNvPr id="37" name="Ovaal 36">
            <a:extLst>
              <a:ext uri="{FF2B5EF4-FFF2-40B4-BE49-F238E27FC236}">
                <a16:creationId xmlns:a16="http://schemas.microsoft.com/office/drawing/2014/main" id="{78418A25-6EAC-4140-BFE6-284E1925B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3117" y="615908"/>
            <a:ext cx="3182112" cy="3182112"/>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al 38">
            <a:extLst>
              <a:ext uri="{FF2B5EF4-FFF2-40B4-BE49-F238E27FC236}">
                <a16:creationId xmlns:a16="http://schemas.microsoft.com/office/drawing/2014/main" id="{08163D1C-ED91-4D5F-A33B-CF1256B27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67709" y="780500"/>
            <a:ext cx="2852928" cy="285292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Afbeelding 4" descr="Chat">
            <a:extLst>
              <a:ext uri="{FF2B5EF4-FFF2-40B4-BE49-F238E27FC236}">
                <a16:creationId xmlns:a16="http://schemas.microsoft.com/office/drawing/2014/main" id="{EB71843F-0A0B-4317-B205-4B0A0B97C0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80302" y="1293093"/>
            <a:ext cx="1827742" cy="1827742"/>
          </a:xfrm>
          <a:prstGeom prst="rect">
            <a:avLst/>
          </a:prstGeom>
        </p:spPr>
      </p:pic>
      <p:pic>
        <p:nvPicPr>
          <p:cNvPr id="7" name="Afbeelding 6" descr="Schoolbord">
            <a:extLst>
              <a:ext uri="{FF2B5EF4-FFF2-40B4-BE49-F238E27FC236}">
                <a16:creationId xmlns:a16="http://schemas.microsoft.com/office/drawing/2014/main" id="{2696A1A4-8E43-47F6-A6DC-A9ADAB053D8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0924" y="3621724"/>
            <a:ext cx="2594886" cy="2594886"/>
          </a:xfrm>
          <a:prstGeom prst="rect">
            <a:avLst/>
          </a:prstGeom>
        </p:spPr>
      </p:pic>
      <p:sp>
        <p:nvSpPr>
          <p:cNvPr id="41" name="Vrije vorm: Vorm 40">
            <a:extLst>
              <a:ext uri="{FF2B5EF4-FFF2-40B4-BE49-F238E27FC236}">
                <a16:creationId xmlns:a16="http://schemas.microsoft.com/office/drawing/2014/main" id="{31103AB2-C090-458F-B752-294F23AFA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2568" y="-4331"/>
            <a:ext cx="3439432" cy="3785157"/>
          </a:xfrm>
          <a:custGeom>
            <a:avLst/>
            <a:gdLst>
              <a:gd name="connsiteX0" fmla="*/ 198262 w 3439432"/>
              <a:gd name="connsiteY0" fmla="*/ 0 h 3785157"/>
              <a:gd name="connsiteX1" fmla="*/ 3439432 w 3439432"/>
              <a:gd name="connsiteY1" fmla="*/ 0 h 3785157"/>
              <a:gd name="connsiteX2" fmla="*/ 3439432 w 3439432"/>
              <a:gd name="connsiteY2" fmla="*/ 3697836 h 3785157"/>
              <a:gd name="connsiteX3" fmla="*/ 3318024 w 3439432"/>
              <a:gd name="connsiteY3" fmla="*/ 3729054 h 3785157"/>
              <a:gd name="connsiteX4" fmla="*/ 2761488 w 3439432"/>
              <a:gd name="connsiteY4" fmla="*/ 3785157 h 3785157"/>
              <a:gd name="connsiteX5" fmla="*/ 0 w 3439432"/>
              <a:gd name="connsiteY5" fmla="*/ 1023669 h 3785157"/>
              <a:gd name="connsiteX6" fmla="*/ 124151 w 3439432"/>
              <a:gd name="connsiteY6" fmla="*/ 202487 h 3785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785157">
                <a:moveTo>
                  <a:pt x="198262" y="0"/>
                </a:moveTo>
                <a:lnTo>
                  <a:pt x="3439432" y="0"/>
                </a:lnTo>
                <a:lnTo>
                  <a:pt x="3439432" y="3697836"/>
                </a:lnTo>
                <a:lnTo>
                  <a:pt x="3318024" y="3729054"/>
                </a:lnTo>
                <a:cubicBezTo>
                  <a:pt x="3138258" y="3765839"/>
                  <a:pt x="2952129" y="3785157"/>
                  <a:pt x="2761488" y="3785157"/>
                </a:cubicBezTo>
                <a:cubicBezTo>
                  <a:pt x="1236360" y="3785157"/>
                  <a:pt x="0" y="2548797"/>
                  <a:pt x="0" y="1023669"/>
                </a:cubicBezTo>
                <a:cubicBezTo>
                  <a:pt x="0" y="737708"/>
                  <a:pt x="43466" y="461898"/>
                  <a:pt x="124151" y="20248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Vrije vorm: Vorm 42">
            <a:extLst>
              <a:ext uri="{FF2B5EF4-FFF2-40B4-BE49-F238E27FC236}">
                <a16:creationId xmlns:a16="http://schemas.microsoft.com/office/drawing/2014/main" id="{83D471F3-782A-4BA1-9CAB-FF5CDF0A7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8761" y="-4332"/>
            <a:ext cx="3273238" cy="3618965"/>
          </a:xfrm>
          <a:custGeom>
            <a:avLst/>
            <a:gdLst>
              <a:gd name="connsiteX0" fmla="*/ 210437 w 3273238"/>
              <a:gd name="connsiteY0" fmla="*/ 0 h 3618965"/>
              <a:gd name="connsiteX1" fmla="*/ 3273238 w 3273238"/>
              <a:gd name="connsiteY1" fmla="*/ 0 h 3618965"/>
              <a:gd name="connsiteX2" fmla="*/ 3273238 w 3273238"/>
              <a:gd name="connsiteY2" fmla="*/ 3526409 h 3618965"/>
              <a:gd name="connsiteX3" fmla="*/ 3118338 w 3273238"/>
              <a:gd name="connsiteY3" fmla="*/ 3566238 h 3618965"/>
              <a:gd name="connsiteX4" fmla="*/ 2595295 w 3273238"/>
              <a:gd name="connsiteY4" fmla="*/ 3618965 h 3618965"/>
              <a:gd name="connsiteX5" fmla="*/ 0 w 3273238"/>
              <a:gd name="connsiteY5" fmla="*/ 1023670 h 3618965"/>
              <a:gd name="connsiteX6" fmla="*/ 203951 w 3273238"/>
              <a:gd name="connsiteY6" fmla="*/ 13464 h 361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3238" h="3618965">
                <a:moveTo>
                  <a:pt x="210437" y="0"/>
                </a:moveTo>
                <a:lnTo>
                  <a:pt x="3273238" y="0"/>
                </a:lnTo>
                <a:lnTo>
                  <a:pt x="3273238" y="3526409"/>
                </a:lnTo>
                <a:lnTo>
                  <a:pt x="3118338" y="3566238"/>
                </a:lnTo>
                <a:cubicBezTo>
                  <a:pt x="2949390" y="3600810"/>
                  <a:pt x="2774463" y="3618965"/>
                  <a:pt x="2595295" y="3618965"/>
                </a:cubicBezTo>
                <a:cubicBezTo>
                  <a:pt x="1161953" y="3618965"/>
                  <a:pt x="0" y="2457012"/>
                  <a:pt x="0" y="1023670"/>
                </a:cubicBezTo>
                <a:cubicBezTo>
                  <a:pt x="0" y="665335"/>
                  <a:pt x="72622" y="323961"/>
                  <a:pt x="203951" y="1346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1" name="Afbeelding 10" descr="Boeken op plank">
            <a:extLst>
              <a:ext uri="{FF2B5EF4-FFF2-40B4-BE49-F238E27FC236}">
                <a16:creationId xmlns:a16="http://schemas.microsoft.com/office/drawing/2014/main" id="{18A239E6-97C0-4A74-8E7A-C9FD39A8C9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725024" y="327889"/>
            <a:ext cx="2260711" cy="2260711"/>
          </a:xfrm>
          <a:prstGeom prst="rect">
            <a:avLst/>
          </a:prstGeom>
        </p:spPr>
      </p:pic>
    </p:spTree>
    <p:extLst>
      <p:ext uri="{BB962C8B-B14F-4D97-AF65-F5344CB8AC3E}">
        <p14:creationId xmlns:p14="http://schemas.microsoft.com/office/powerpoint/2010/main" val="32239897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DD29EC-F19C-718C-E73E-1D3D490C4801}"/>
              </a:ext>
            </a:extLst>
          </p:cNvPr>
          <p:cNvSpPr>
            <a:spLocks noGrp="1"/>
          </p:cNvSpPr>
          <p:nvPr>
            <p:ph type="title"/>
          </p:nvPr>
        </p:nvSpPr>
        <p:spPr/>
        <p:txBody>
          <a:bodyPr/>
          <a:lstStyle/>
          <a:p>
            <a:r>
              <a:rPr lang="fr-BE" dirty="0"/>
              <a:t>A quoi sert cette commande?</a:t>
            </a:r>
          </a:p>
        </p:txBody>
      </p:sp>
      <p:sp>
        <p:nvSpPr>
          <p:cNvPr id="3" name="Espace réservé du contenu 2">
            <a:extLst>
              <a:ext uri="{FF2B5EF4-FFF2-40B4-BE49-F238E27FC236}">
                <a16:creationId xmlns:a16="http://schemas.microsoft.com/office/drawing/2014/main" id="{E215CA5B-A3D4-607A-1997-EC4C2957D80C}"/>
              </a:ext>
            </a:extLst>
          </p:cNvPr>
          <p:cNvSpPr>
            <a:spLocks noGrp="1"/>
          </p:cNvSpPr>
          <p:nvPr>
            <p:ph idx="1"/>
          </p:nvPr>
        </p:nvSpPr>
        <p:spPr/>
        <p:txBody>
          <a:bodyPr/>
          <a:lstStyle/>
          <a:p>
            <a:pPr marL="0" indent="0">
              <a:buNone/>
            </a:pPr>
            <a:r>
              <a:rPr dirty="0" err="1"/>
              <a:t>whoami</a:t>
            </a:r>
            <a:r>
              <a:rPr dirty="0"/>
              <a:t> </a:t>
            </a:r>
            <a:r>
              <a:rPr dirty="0" err="1"/>
              <a:t>repond</a:t>
            </a:r>
            <a:r>
              <a:rPr dirty="0"/>
              <a:t> a la question : Qui suis-je dans </a:t>
            </a:r>
            <a:r>
              <a:rPr dirty="0" err="1"/>
              <a:t>ce</a:t>
            </a:r>
            <a:r>
              <a:rPr dirty="0"/>
              <a:t> </a:t>
            </a:r>
            <a:r>
              <a:rPr dirty="0" err="1"/>
              <a:t>systeme</a:t>
            </a:r>
            <a:r>
              <a:rPr dirty="0"/>
              <a:t> ?</a:t>
            </a:r>
            <a:endParaRPr lang="fr-BE" dirty="0"/>
          </a:p>
          <a:p>
            <a:endParaRPr lang="fr-BE" dirty="0"/>
          </a:p>
          <a:p>
            <a:r>
              <a:rPr dirty="0"/>
              <a:t>  </a:t>
            </a:r>
            <a:r>
              <a:rPr dirty="0" err="1"/>
              <a:t>Identifie</a:t>
            </a:r>
            <a:r>
              <a:rPr dirty="0"/>
              <a:t> </a:t>
            </a:r>
            <a:r>
              <a:rPr dirty="0" err="1"/>
              <a:t>l'utilisateur</a:t>
            </a:r>
            <a:r>
              <a:rPr dirty="0"/>
              <a:t> </a:t>
            </a:r>
            <a:r>
              <a:rPr dirty="0" err="1"/>
              <a:t>actuellement</a:t>
            </a:r>
            <a:r>
              <a:rPr dirty="0"/>
              <a:t> </a:t>
            </a:r>
            <a:r>
              <a:rPr dirty="0" err="1"/>
              <a:t>connecte</a:t>
            </a:r>
            <a:endParaRPr dirty="0"/>
          </a:p>
          <a:p>
            <a:r>
              <a:rPr dirty="0"/>
              <a:t>  Affiche </a:t>
            </a:r>
            <a:r>
              <a:rPr dirty="0" err="1"/>
              <a:t>ses</a:t>
            </a:r>
            <a:r>
              <a:rPr dirty="0"/>
              <a:t> </a:t>
            </a:r>
            <a:r>
              <a:rPr dirty="0" err="1"/>
              <a:t>groupes</a:t>
            </a:r>
            <a:r>
              <a:rPr dirty="0"/>
              <a:t> </a:t>
            </a:r>
            <a:r>
              <a:rPr dirty="0" err="1"/>
              <a:t>d'appartenance</a:t>
            </a:r>
            <a:r>
              <a:rPr dirty="0"/>
              <a:t> (</a:t>
            </a:r>
            <a:r>
              <a:rPr dirty="0" err="1"/>
              <a:t>locaux</a:t>
            </a:r>
            <a:r>
              <a:rPr dirty="0"/>
              <a:t>, </a:t>
            </a:r>
            <a:r>
              <a:rPr dirty="0" err="1"/>
              <a:t>domaine</a:t>
            </a:r>
            <a:r>
              <a:rPr dirty="0"/>
              <a:t> AD)</a:t>
            </a:r>
          </a:p>
          <a:p>
            <a:r>
              <a:rPr dirty="0"/>
              <a:t>  </a:t>
            </a:r>
            <a:r>
              <a:rPr dirty="0" err="1"/>
              <a:t>Liste</a:t>
            </a:r>
            <a:r>
              <a:rPr dirty="0"/>
              <a:t> </a:t>
            </a:r>
            <a:r>
              <a:rPr dirty="0" err="1"/>
              <a:t>ses</a:t>
            </a:r>
            <a:r>
              <a:rPr dirty="0"/>
              <a:t> privileges </a:t>
            </a:r>
            <a:r>
              <a:rPr dirty="0" err="1"/>
              <a:t>systeme</a:t>
            </a:r>
            <a:r>
              <a:rPr dirty="0"/>
              <a:t> (droits d'action)</a:t>
            </a:r>
          </a:p>
          <a:p>
            <a:endParaRPr dirty="0"/>
          </a:p>
          <a:p>
            <a:r>
              <a:rPr dirty="0"/>
              <a:t>Disponible sur Windows Vista+ et Linux</a:t>
            </a:r>
          </a:p>
          <a:p>
            <a:r>
              <a:rPr dirty="0" err="1"/>
              <a:t>Utilisable</a:t>
            </a:r>
            <a:r>
              <a:rPr dirty="0"/>
              <a:t> dans CMD </a:t>
            </a:r>
            <a:r>
              <a:rPr dirty="0" err="1"/>
              <a:t>ou</a:t>
            </a:r>
            <a:r>
              <a:rPr dirty="0"/>
              <a:t> PowerShell</a:t>
            </a:r>
          </a:p>
        </p:txBody>
      </p:sp>
    </p:spTree>
    <p:extLst>
      <p:ext uri="{BB962C8B-B14F-4D97-AF65-F5344CB8AC3E}">
        <p14:creationId xmlns:p14="http://schemas.microsoft.com/office/powerpoint/2010/main" val="3735021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C521D9-3A68-1B38-F546-759C144291CC}"/>
              </a:ext>
            </a:extLst>
          </p:cNvPr>
          <p:cNvSpPr>
            <a:spLocks noGrp="1"/>
          </p:cNvSpPr>
          <p:nvPr>
            <p:ph type="title"/>
          </p:nvPr>
        </p:nvSpPr>
        <p:spPr/>
        <p:txBody>
          <a:bodyPr/>
          <a:lstStyle/>
          <a:p>
            <a:r>
              <a:rPr lang="fr-BE" dirty="0"/>
              <a:t>Exemple de cas concret</a:t>
            </a:r>
          </a:p>
        </p:txBody>
      </p:sp>
      <p:sp>
        <p:nvSpPr>
          <p:cNvPr id="3" name="Espace réservé du contenu 2">
            <a:extLst>
              <a:ext uri="{FF2B5EF4-FFF2-40B4-BE49-F238E27FC236}">
                <a16:creationId xmlns:a16="http://schemas.microsoft.com/office/drawing/2014/main" id="{E996F32C-8377-8649-7715-23527DD99F43}"/>
              </a:ext>
            </a:extLst>
          </p:cNvPr>
          <p:cNvSpPr>
            <a:spLocks noGrp="1"/>
          </p:cNvSpPr>
          <p:nvPr>
            <p:ph idx="1"/>
          </p:nvPr>
        </p:nvSpPr>
        <p:spPr>
          <a:xfrm>
            <a:off x="838200" y="1538514"/>
            <a:ext cx="10947400" cy="4954361"/>
          </a:xfrm>
        </p:spPr>
        <p:txBody>
          <a:bodyPr>
            <a:normAutofit lnSpcReduction="10000"/>
          </a:bodyPr>
          <a:lstStyle/>
          <a:p>
            <a:pPr marL="0" indent="0">
              <a:buNone/>
            </a:pPr>
            <a:r>
              <a:rPr dirty="0"/>
              <a:t>Situation : Un </a:t>
            </a:r>
            <a:r>
              <a:rPr dirty="0" err="1"/>
              <a:t>technicien</a:t>
            </a:r>
            <a:r>
              <a:rPr dirty="0"/>
              <a:t> </a:t>
            </a:r>
            <a:r>
              <a:rPr dirty="0" err="1"/>
              <a:t>obtient</a:t>
            </a:r>
            <a:r>
              <a:rPr dirty="0"/>
              <a:t> </a:t>
            </a:r>
            <a:r>
              <a:rPr dirty="0" err="1"/>
              <a:t>Acces</a:t>
            </a:r>
            <a:r>
              <a:rPr dirty="0"/>
              <a:t> refuse sur un partage reseau.</a:t>
            </a:r>
            <a:endParaRPr lang="fr-BE" dirty="0"/>
          </a:p>
          <a:p>
            <a:endParaRPr lang="fr-BE" dirty="0"/>
          </a:p>
          <a:p>
            <a:r>
              <a:rPr dirty="0"/>
              <a:t>  1. Il tape :  </a:t>
            </a:r>
            <a:r>
              <a:rPr dirty="0" err="1"/>
              <a:t>whoami</a:t>
            </a:r>
            <a:r>
              <a:rPr dirty="0"/>
              <a:t> /groups</a:t>
            </a:r>
          </a:p>
          <a:p>
            <a:r>
              <a:rPr dirty="0"/>
              <a:t>  2. Il constate </a:t>
            </a:r>
            <a:r>
              <a:rPr dirty="0" err="1"/>
              <a:t>qu'il</a:t>
            </a:r>
            <a:r>
              <a:rPr dirty="0"/>
              <a:t> est </a:t>
            </a:r>
            <a:r>
              <a:rPr dirty="0" err="1"/>
              <a:t>connecte</a:t>
            </a:r>
            <a:r>
              <a:rPr dirty="0"/>
              <a:t> avec son compte personnel</a:t>
            </a:r>
          </a:p>
          <a:p>
            <a:r>
              <a:rPr dirty="0"/>
              <a:t>     et non son compte de </a:t>
            </a:r>
            <a:r>
              <a:rPr dirty="0" err="1"/>
              <a:t>domaine</a:t>
            </a:r>
            <a:r>
              <a:rPr dirty="0"/>
              <a:t> </a:t>
            </a:r>
            <a:r>
              <a:rPr dirty="0" err="1"/>
              <a:t>autorise</a:t>
            </a:r>
            <a:endParaRPr dirty="0"/>
          </a:p>
          <a:p>
            <a:r>
              <a:rPr dirty="0"/>
              <a:t>  3. Il change de session -&gt; </a:t>
            </a:r>
            <a:r>
              <a:rPr dirty="0" err="1"/>
              <a:t>probleme</a:t>
            </a:r>
            <a:r>
              <a:rPr dirty="0"/>
              <a:t> </a:t>
            </a:r>
            <a:r>
              <a:rPr dirty="0" err="1"/>
              <a:t>resolu</a:t>
            </a:r>
            <a:endParaRPr dirty="0"/>
          </a:p>
          <a:p>
            <a:endParaRPr dirty="0"/>
          </a:p>
          <a:p>
            <a:r>
              <a:rPr dirty="0" err="1"/>
              <a:t>Autre</a:t>
            </a:r>
            <a:r>
              <a:rPr dirty="0"/>
              <a:t> </a:t>
            </a:r>
            <a:r>
              <a:rPr dirty="0" err="1"/>
              <a:t>cas</a:t>
            </a:r>
            <a:r>
              <a:rPr dirty="0"/>
              <a:t> - Script de backup :</a:t>
            </a:r>
          </a:p>
          <a:p>
            <a:r>
              <a:rPr dirty="0"/>
              <a:t>  </a:t>
            </a:r>
            <a:r>
              <a:rPr dirty="0" err="1"/>
              <a:t>whoami</a:t>
            </a:r>
            <a:r>
              <a:rPr dirty="0"/>
              <a:t> /</a:t>
            </a:r>
            <a:r>
              <a:rPr dirty="0" err="1"/>
              <a:t>priv</a:t>
            </a:r>
            <a:r>
              <a:rPr dirty="0"/>
              <a:t> </a:t>
            </a:r>
            <a:r>
              <a:rPr dirty="0" err="1"/>
              <a:t>verifie</a:t>
            </a:r>
            <a:r>
              <a:rPr dirty="0"/>
              <a:t> </a:t>
            </a:r>
            <a:r>
              <a:rPr dirty="0" err="1"/>
              <a:t>que</a:t>
            </a:r>
            <a:r>
              <a:rPr dirty="0"/>
              <a:t> </a:t>
            </a:r>
            <a:r>
              <a:rPr dirty="0" err="1"/>
              <a:t>SeBackupPrivilege</a:t>
            </a:r>
            <a:r>
              <a:rPr dirty="0"/>
              <a:t> est present</a:t>
            </a:r>
          </a:p>
          <a:p>
            <a:r>
              <a:rPr dirty="0"/>
              <a:t>  avant de lancer la </a:t>
            </a:r>
            <a:r>
              <a:rPr dirty="0" err="1"/>
              <a:t>sauvegarde</a:t>
            </a:r>
            <a:endParaRPr dirty="0"/>
          </a:p>
        </p:txBody>
      </p:sp>
    </p:spTree>
    <p:extLst>
      <p:ext uri="{BB962C8B-B14F-4D97-AF65-F5344CB8AC3E}">
        <p14:creationId xmlns:p14="http://schemas.microsoft.com/office/powerpoint/2010/main" val="3110519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A9441-5CCD-F8F0-F8D1-C8ECE49B503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1EA6A90-BAC6-1C72-C3B3-0A3F95B85B61}"/>
              </a:ext>
            </a:extLst>
          </p:cNvPr>
          <p:cNvSpPr>
            <a:spLocks noGrp="1"/>
          </p:cNvSpPr>
          <p:nvPr>
            <p:ph type="title"/>
          </p:nvPr>
        </p:nvSpPr>
        <p:spPr/>
        <p:txBody>
          <a:bodyPr/>
          <a:lstStyle/>
          <a:p>
            <a:r>
              <a:rPr lang="fr-BE" dirty="0"/>
              <a:t>Comment fonctionne les options</a:t>
            </a:r>
          </a:p>
        </p:txBody>
      </p:sp>
      <p:sp>
        <p:nvSpPr>
          <p:cNvPr id="3" name="Espace réservé du contenu 2">
            <a:extLst>
              <a:ext uri="{FF2B5EF4-FFF2-40B4-BE49-F238E27FC236}">
                <a16:creationId xmlns:a16="http://schemas.microsoft.com/office/drawing/2014/main" id="{9A3752C7-B158-AE4F-B4CA-9924F26E802D}"/>
              </a:ext>
            </a:extLst>
          </p:cNvPr>
          <p:cNvSpPr>
            <a:spLocks noGrp="1"/>
          </p:cNvSpPr>
          <p:nvPr>
            <p:ph idx="1"/>
          </p:nvPr>
        </p:nvSpPr>
        <p:spPr/>
        <p:txBody>
          <a:bodyPr/>
          <a:lstStyle/>
          <a:p>
            <a:pPr marL="0" indent="0">
              <a:buNone/>
            </a:pPr>
            <a:r>
              <a:rPr dirty="0" err="1"/>
              <a:t>whoami</a:t>
            </a:r>
            <a:r>
              <a:rPr dirty="0"/>
              <a:t>              -&gt; DOMAINE\</a:t>
            </a:r>
            <a:r>
              <a:rPr dirty="0" err="1"/>
              <a:t>utilisateur</a:t>
            </a:r>
            <a:endParaRPr lang="fr-BE" dirty="0"/>
          </a:p>
          <a:p>
            <a:r>
              <a:rPr dirty="0" err="1"/>
              <a:t>whoami</a:t>
            </a:r>
            <a:r>
              <a:rPr dirty="0"/>
              <a:t> /user        -&gt; Nom + SID (</a:t>
            </a:r>
            <a:r>
              <a:rPr dirty="0" err="1"/>
              <a:t>identifiant</a:t>
            </a:r>
            <a:r>
              <a:rPr dirty="0"/>
              <a:t> unique </a:t>
            </a:r>
            <a:r>
              <a:rPr dirty="0" err="1"/>
              <a:t>immuable</a:t>
            </a:r>
            <a:r>
              <a:rPr dirty="0"/>
              <a:t>)</a:t>
            </a:r>
          </a:p>
          <a:p>
            <a:r>
              <a:rPr dirty="0" err="1"/>
              <a:t>whoami</a:t>
            </a:r>
            <a:r>
              <a:rPr dirty="0"/>
              <a:t> /groups      -&gt; Tous les </a:t>
            </a:r>
            <a:r>
              <a:rPr dirty="0" err="1"/>
              <a:t>groupes</a:t>
            </a:r>
            <a:r>
              <a:rPr dirty="0"/>
              <a:t> </a:t>
            </a:r>
            <a:r>
              <a:rPr dirty="0" err="1"/>
              <a:t>d'appartenance</a:t>
            </a:r>
            <a:endParaRPr dirty="0"/>
          </a:p>
          <a:p>
            <a:r>
              <a:rPr dirty="0" err="1"/>
              <a:t>whoami</a:t>
            </a:r>
            <a:r>
              <a:rPr dirty="0"/>
              <a:t> /</a:t>
            </a:r>
            <a:r>
              <a:rPr dirty="0" err="1"/>
              <a:t>priv</a:t>
            </a:r>
            <a:r>
              <a:rPr dirty="0"/>
              <a:t>        -&gt; </a:t>
            </a:r>
            <a:r>
              <a:rPr dirty="0" err="1"/>
              <a:t>Liste</a:t>
            </a:r>
            <a:r>
              <a:rPr dirty="0"/>
              <a:t> des privileges </a:t>
            </a:r>
            <a:r>
              <a:rPr dirty="0" err="1"/>
              <a:t>systeme</a:t>
            </a:r>
            <a:endParaRPr dirty="0"/>
          </a:p>
          <a:p>
            <a:r>
              <a:rPr dirty="0" err="1"/>
              <a:t>whoami</a:t>
            </a:r>
            <a:r>
              <a:rPr dirty="0"/>
              <a:t> /all         -&gt; Tout </a:t>
            </a:r>
            <a:r>
              <a:rPr dirty="0" err="1"/>
              <a:t>en</a:t>
            </a:r>
            <a:r>
              <a:rPr dirty="0"/>
              <a:t> </a:t>
            </a:r>
            <a:r>
              <a:rPr dirty="0" err="1"/>
              <a:t>une</a:t>
            </a:r>
            <a:r>
              <a:rPr dirty="0"/>
              <a:t> </a:t>
            </a:r>
            <a:r>
              <a:rPr dirty="0" err="1"/>
              <a:t>seule</a:t>
            </a:r>
            <a:r>
              <a:rPr dirty="0"/>
              <a:t> </a:t>
            </a:r>
            <a:r>
              <a:rPr dirty="0" err="1"/>
              <a:t>commande</a:t>
            </a:r>
            <a:endParaRPr dirty="0"/>
          </a:p>
          <a:p>
            <a:r>
              <a:rPr dirty="0" err="1"/>
              <a:t>whoami</a:t>
            </a:r>
            <a:r>
              <a:rPr dirty="0"/>
              <a:t> /</a:t>
            </a:r>
            <a:r>
              <a:rPr dirty="0" err="1"/>
              <a:t>fo</a:t>
            </a:r>
            <a:r>
              <a:rPr dirty="0"/>
              <a:t> csv      -&gt; Export au format CSV (Excel)</a:t>
            </a:r>
          </a:p>
          <a:p>
            <a:r>
              <a:rPr dirty="0" err="1"/>
              <a:t>whoami</a:t>
            </a:r>
            <a:r>
              <a:rPr dirty="0"/>
              <a:t> /</a:t>
            </a:r>
            <a:r>
              <a:rPr dirty="0" err="1"/>
              <a:t>fo</a:t>
            </a:r>
            <a:r>
              <a:rPr dirty="0"/>
              <a:t> list     -&gt; Format </a:t>
            </a:r>
            <a:r>
              <a:rPr dirty="0" err="1"/>
              <a:t>liste</a:t>
            </a:r>
            <a:r>
              <a:rPr dirty="0"/>
              <a:t> (</a:t>
            </a:r>
            <a:r>
              <a:rPr dirty="0" err="1"/>
              <a:t>lisible</a:t>
            </a:r>
            <a:r>
              <a:rPr dirty="0"/>
              <a:t> dans un script)</a:t>
            </a:r>
          </a:p>
          <a:p>
            <a:r>
              <a:rPr dirty="0" err="1"/>
              <a:t>whoami</a:t>
            </a:r>
            <a:r>
              <a:rPr dirty="0"/>
              <a:t> /</a:t>
            </a:r>
            <a:r>
              <a:rPr dirty="0" err="1"/>
              <a:t>upn</a:t>
            </a:r>
            <a:r>
              <a:rPr dirty="0"/>
              <a:t>         -&gt; Format user@domaine.com (Active Directory)</a:t>
            </a:r>
          </a:p>
        </p:txBody>
      </p:sp>
    </p:spTree>
    <p:extLst>
      <p:ext uri="{BB962C8B-B14F-4D97-AF65-F5344CB8AC3E}">
        <p14:creationId xmlns:p14="http://schemas.microsoft.com/office/powerpoint/2010/main" val="715547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511FE-8AA4-0B83-70D2-0001B4D5899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6AB136E-ED19-1414-A41B-393F3FF97B07}"/>
              </a:ext>
            </a:extLst>
          </p:cNvPr>
          <p:cNvSpPr>
            <a:spLocks noGrp="1"/>
          </p:cNvSpPr>
          <p:nvPr>
            <p:ph type="title"/>
          </p:nvPr>
        </p:nvSpPr>
        <p:spPr/>
        <p:txBody>
          <a:bodyPr/>
          <a:lstStyle/>
          <a:p>
            <a:r>
              <a:rPr lang="fr-BE" dirty="0"/>
              <a:t>Lien avec la matière vue</a:t>
            </a:r>
          </a:p>
        </p:txBody>
      </p:sp>
      <p:sp>
        <p:nvSpPr>
          <p:cNvPr id="3" name="Espace réservé du contenu 2">
            <a:extLst>
              <a:ext uri="{FF2B5EF4-FFF2-40B4-BE49-F238E27FC236}">
                <a16:creationId xmlns:a16="http://schemas.microsoft.com/office/drawing/2014/main" id="{CCC1DC79-1709-45CC-0C36-F5CF8EE37BE7}"/>
              </a:ext>
            </a:extLst>
          </p:cNvPr>
          <p:cNvSpPr>
            <a:spLocks noGrp="1"/>
          </p:cNvSpPr>
          <p:nvPr>
            <p:ph idx="1"/>
          </p:nvPr>
        </p:nvSpPr>
        <p:spPr>
          <a:xfrm>
            <a:off x="838200" y="1558018"/>
            <a:ext cx="10715171" cy="4934857"/>
          </a:xfrm>
        </p:spPr>
        <p:txBody>
          <a:bodyPr>
            <a:normAutofit fontScale="70000" lnSpcReduction="20000"/>
          </a:bodyPr>
          <a:lstStyle/>
          <a:p>
            <a:pPr marL="0" indent="0">
              <a:buNone/>
            </a:pPr>
            <a:r>
              <a:rPr dirty="0"/>
              <a:t>Maintenance </a:t>
            </a:r>
            <a:r>
              <a:rPr dirty="0" err="1"/>
              <a:t>systeme</a:t>
            </a:r>
            <a:endParaRPr lang="fr-BE" dirty="0"/>
          </a:p>
          <a:p>
            <a:r>
              <a:rPr dirty="0"/>
              <a:t>  -&gt; Verifier </a:t>
            </a:r>
            <a:r>
              <a:rPr dirty="0" err="1"/>
              <a:t>ses</a:t>
            </a:r>
            <a:r>
              <a:rPr dirty="0"/>
              <a:t> droits avant toute intervention technique</a:t>
            </a:r>
          </a:p>
          <a:p>
            <a:endParaRPr dirty="0"/>
          </a:p>
          <a:p>
            <a:r>
              <a:rPr dirty="0" err="1"/>
              <a:t>Sauvegarde</a:t>
            </a:r>
            <a:endParaRPr dirty="0"/>
          </a:p>
          <a:p>
            <a:r>
              <a:rPr dirty="0"/>
              <a:t>  -&gt; Confirmer la presence de </a:t>
            </a:r>
            <a:r>
              <a:rPr dirty="0" err="1"/>
              <a:t>SeBackupPrivilege</a:t>
            </a:r>
            <a:r>
              <a:rPr dirty="0"/>
              <a:t> avant un backup</a:t>
            </a:r>
          </a:p>
          <a:p>
            <a:endParaRPr dirty="0"/>
          </a:p>
          <a:p>
            <a:r>
              <a:rPr dirty="0"/>
              <a:t>ITIL - Gestion des </a:t>
            </a:r>
            <a:r>
              <a:rPr dirty="0" err="1"/>
              <a:t>acces</a:t>
            </a:r>
            <a:endParaRPr dirty="0"/>
          </a:p>
          <a:p>
            <a:r>
              <a:rPr dirty="0"/>
              <a:t>  -&gt; </a:t>
            </a:r>
            <a:r>
              <a:rPr dirty="0" err="1"/>
              <a:t>Diagnostiquer</a:t>
            </a:r>
            <a:r>
              <a:rPr dirty="0"/>
              <a:t> un </a:t>
            </a:r>
            <a:r>
              <a:rPr dirty="0" err="1"/>
              <a:t>probleme</a:t>
            </a:r>
            <a:r>
              <a:rPr dirty="0"/>
              <a:t> </a:t>
            </a:r>
            <a:r>
              <a:rPr dirty="0" err="1"/>
              <a:t>d'acces</a:t>
            </a:r>
            <a:r>
              <a:rPr dirty="0"/>
              <a:t> via les </a:t>
            </a:r>
            <a:r>
              <a:rPr dirty="0" err="1"/>
              <a:t>groupes</a:t>
            </a:r>
            <a:endParaRPr dirty="0"/>
          </a:p>
          <a:p>
            <a:endParaRPr dirty="0"/>
          </a:p>
          <a:p>
            <a:r>
              <a:rPr dirty="0"/>
              <a:t>ITIL - </a:t>
            </a:r>
            <a:r>
              <a:rPr dirty="0" err="1"/>
              <a:t>Securite</a:t>
            </a:r>
            <a:endParaRPr dirty="0"/>
          </a:p>
          <a:p>
            <a:r>
              <a:rPr dirty="0"/>
              <a:t>  -&gt; Principe du </a:t>
            </a:r>
            <a:r>
              <a:rPr dirty="0" err="1"/>
              <a:t>moindre</a:t>
            </a:r>
            <a:r>
              <a:rPr dirty="0"/>
              <a:t> privilege : </a:t>
            </a:r>
            <a:r>
              <a:rPr dirty="0" err="1"/>
              <a:t>auditer</a:t>
            </a:r>
            <a:r>
              <a:rPr dirty="0"/>
              <a:t> </a:t>
            </a:r>
            <a:r>
              <a:rPr dirty="0" err="1"/>
              <a:t>ce</a:t>
            </a:r>
            <a:r>
              <a:rPr dirty="0"/>
              <a:t> </a:t>
            </a:r>
            <a:r>
              <a:rPr dirty="0" err="1"/>
              <a:t>qu'un</a:t>
            </a:r>
            <a:r>
              <a:rPr dirty="0"/>
              <a:t> compte </a:t>
            </a:r>
            <a:r>
              <a:rPr dirty="0" err="1"/>
              <a:t>peut</a:t>
            </a:r>
            <a:r>
              <a:rPr dirty="0"/>
              <a:t> faire</a:t>
            </a:r>
          </a:p>
          <a:p>
            <a:endParaRPr dirty="0"/>
          </a:p>
          <a:p>
            <a:r>
              <a:rPr dirty="0"/>
              <a:t>ITIL - Gestion des incidents</a:t>
            </a:r>
          </a:p>
          <a:p>
            <a:r>
              <a:rPr dirty="0"/>
              <a:t>  -&gt; Identifier sous </a:t>
            </a:r>
            <a:r>
              <a:rPr dirty="0" err="1"/>
              <a:t>quel</a:t>
            </a:r>
            <a:r>
              <a:rPr dirty="0"/>
              <a:t> compte un incident </a:t>
            </a:r>
            <a:r>
              <a:rPr dirty="0" err="1"/>
              <a:t>s'est</a:t>
            </a:r>
            <a:r>
              <a:rPr dirty="0"/>
              <a:t> </a:t>
            </a:r>
            <a:r>
              <a:rPr dirty="0" err="1"/>
              <a:t>produit</a:t>
            </a:r>
            <a:endParaRPr dirty="0"/>
          </a:p>
        </p:txBody>
      </p:sp>
    </p:spTree>
    <p:extLst>
      <p:ext uri="{BB962C8B-B14F-4D97-AF65-F5344CB8AC3E}">
        <p14:creationId xmlns:p14="http://schemas.microsoft.com/office/powerpoint/2010/main" val="1109531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B6C2E-EC6D-5F8D-0913-63213A6753E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35A387F-5D6D-8170-74F7-42E25686F8BB}"/>
              </a:ext>
            </a:extLst>
          </p:cNvPr>
          <p:cNvSpPr>
            <a:spLocks noGrp="1"/>
          </p:cNvSpPr>
          <p:nvPr>
            <p:ph type="title"/>
          </p:nvPr>
        </p:nvSpPr>
        <p:spPr/>
        <p:txBody>
          <a:bodyPr/>
          <a:lstStyle/>
          <a:p>
            <a:r>
              <a:rPr lang="fr-BE" dirty="0"/>
              <a:t>Piège ou erreur à éviter</a:t>
            </a:r>
          </a:p>
        </p:txBody>
      </p:sp>
      <p:sp>
        <p:nvSpPr>
          <p:cNvPr id="3" name="Espace réservé du contenu 2">
            <a:extLst>
              <a:ext uri="{FF2B5EF4-FFF2-40B4-BE49-F238E27FC236}">
                <a16:creationId xmlns:a16="http://schemas.microsoft.com/office/drawing/2014/main" id="{C7B7C709-B41A-98A1-BDA3-1B9D0A64E190}"/>
              </a:ext>
            </a:extLst>
          </p:cNvPr>
          <p:cNvSpPr>
            <a:spLocks noGrp="1"/>
          </p:cNvSpPr>
          <p:nvPr>
            <p:ph idx="1"/>
          </p:nvPr>
        </p:nvSpPr>
        <p:spPr>
          <a:xfrm>
            <a:off x="653143" y="1480457"/>
            <a:ext cx="10972799" cy="5012418"/>
          </a:xfrm>
        </p:spPr>
        <p:txBody>
          <a:bodyPr>
            <a:normAutofit fontScale="70000" lnSpcReduction="20000"/>
          </a:bodyPr>
          <a:lstStyle/>
          <a:p>
            <a:pPr marL="0" indent="0">
              <a:buNone/>
            </a:pPr>
            <a:r>
              <a:rPr dirty="0"/>
              <a:t>DISABLED != ABSENT</a:t>
            </a:r>
            <a:endParaRPr lang="fr-BE" dirty="0"/>
          </a:p>
          <a:p>
            <a:endParaRPr lang="fr-BE" dirty="0"/>
          </a:p>
          <a:p>
            <a:r>
              <a:rPr dirty="0" err="1"/>
              <a:t>whoami</a:t>
            </a:r>
            <a:r>
              <a:rPr dirty="0"/>
              <a:t> /</a:t>
            </a:r>
            <a:r>
              <a:rPr dirty="0" err="1"/>
              <a:t>priv</a:t>
            </a:r>
            <a:r>
              <a:rPr dirty="0"/>
              <a:t> affiche :  </a:t>
            </a:r>
            <a:r>
              <a:rPr dirty="0" err="1"/>
              <a:t>SeBackupPrivilege</a:t>
            </a:r>
            <a:r>
              <a:rPr dirty="0"/>
              <a:t> -&gt; Disabled</a:t>
            </a:r>
          </a:p>
          <a:p>
            <a:endParaRPr dirty="0"/>
          </a:p>
          <a:p>
            <a:r>
              <a:rPr dirty="0" err="1"/>
              <a:t>Erreur</a:t>
            </a:r>
            <a:r>
              <a:rPr dirty="0"/>
              <a:t> </a:t>
            </a:r>
            <a:r>
              <a:rPr dirty="0" err="1"/>
              <a:t>frequente</a:t>
            </a:r>
            <a:r>
              <a:rPr dirty="0"/>
              <a:t> :</a:t>
            </a:r>
          </a:p>
          <a:p>
            <a:r>
              <a:rPr dirty="0"/>
              <a:t>  -&gt; </a:t>
            </a:r>
            <a:r>
              <a:rPr dirty="0" err="1"/>
              <a:t>Conclure</a:t>
            </a:r>
            <a:r>
              <a:rPr dirty="0"/>
              <a:t> </a:t>
            </a:r>
            <a:r>
              <a:rPr dirty="0" err="1"/>
              <a:t>que</a:t>
            </a:r>
            <a:r>
              <a:rPr dirty="0"/>
              <a:t> le compte </a:t>
            </a:r>
            <a:r>
              <a:rPr dirty="0" err="1"/>
              <a:t>n'a</a:t>
            </a:r>
            <a:r>
              <a:rPr dirty="0"/>
              <a:t> PAS </a:t>
            </a:r>
            <a:r>
              <a:rPr dirty="0" err="1"/>
              <a:t>ce</a:t>
            </a:r>
            <a:r>
              <a:rPr dirty="0"/>
              <a:t> privilege</a:t>
            </a:r>
          </a:p>
          <a:p>
            <a:endParaRPr dirty="0"/>
          </a:p>
          <a:p>
            <a:r>
              <a:rPr dirty="0"/>
              <a:t>La </a:t>
            </a:r>
            <a:r>
              <a:rPr dirty="0" err="1"/>
              <a:t>realite</a:t>
            </a:r>
            <a:r>
              <a:rPr dirty="0"/>
              <a:t> :</a:t>
            </a:r>
          </a:p>
          <a:p>
            <a:r>
              <a:rPr dirty="0"/>
              <a:t>  Disabled = present </a:t>
            </a:r>
            <a:r>
              <a:rPr dirty="0" err="1"/>
              <a:t>mais</a:t>
            </a:r>
            <a:r>
              <a:rPr dirty="0"/>
              <a:t> </a:t>
            </a:r>
            <a:r>
              <a:rPr dirty="0" err="1"/>
              <a:t>inactif</a:t>
            </a:r>
            <a:r>
              <a:rPr dirty="0"/>
              <a:t> dans la session courante</a:t>
            </a:r>
          </a:p>
          <a:p>
            <a:r>
              <a:rPr dirty="0"/>
              <a:t>  Il </a:t>
            </a:r>
            <a:r>
              <a:rPr dirty="0" err="1"/>
              <a:t>peut</a:t>
            </a:r>
            <a:r>
              <a:rPr dirty="0"/>
              <a:t> </a:t>
            </a:r>
            <a:r>
              <a:rPr dirty="0" err="1"/>
              <a:t>etre</a:t>
            </a:r>
            <a:r>
              <a:rPr dirty="0"/>
              <a:t> active via UAC </a:t>
            </a:r>
            <a:r>
              <a:rPr dirty="0" err="1"/>
              <a:t>ou</a:t>
            </a:r>
            <a:r>
              <a:rPr dirty="0"/>
              <a:t> </a:t>
            </a:r>
            <a:r>
              <a:rPr dirty="0" err="1"/>
              <a:t>appel</a:t>
            </a:r>
            <a:r>
              <a:rPr dirty="0"/>
              <a:t> API</a:t>
            </a:r>
          </a:p>
          <a:p>
            <a:r>
              <a:rPr dirty="0"/>
              <a:t>  Absent = </a:t>
            </a:r>
            <a:r>
              <a:rPr dirty="0" err="1"/>
              <a:t>vraiment</a:t>
            </a:r>
            <a:r>
              <a:rPr dirty="0"/>
              <a:t> inexistant, impossible a </a:t>
            </a:r>
            <a:r>
              <a:rPr dirty="0" err="1"/>
              <a:t>activer</a:t>
            </a:r>
            <a:endParaRPr dirty="0"/>
          </a:p>
          <a:p>
            <a:endParaRPr dirty="0"/>
          </a:p>
          <a:p>
            <a:r>
              <a:rPr dirty="0" err="1"/>
              <a:t>Regle</a:t>
            </a:r>
            <a:r>
              <a:rPr dirty="0"/>
              <a:t> : verifier </a:t>
            </a:r>
            <a:r>
              <a:rPr dirty="0" err="1"/>
              <a:t>si</a:t>
            </a:r>
            <a:r>
              <a:rPr dirty="0"/>
              <a:t> le privilege EST dans la </a:t>
            </a:r>
            <a:r>
              <a:rPr dirty="0" err="1"/>
              <a:t>liste</a:t>
            </a:r>
            <a:endParaRPr dirty="0"/>
          </a:p>
          <a:p>
            <a:r>
              <a:rPr dirty="0"/>
              <a:t>avant de </a:t>
            </a:r>
            <a:r>
              <a:rPr dirty="0" err="1"/>
              <a:t>conclure</a:t>
            </a:r>
            <a:r>
              <a:rPr dirty="0"/>
              <a:t> </a:t>
            </a:r>
            <a:r>
              <a:rPr dirty="0" err="1"/>
              <a:t>qu'il</a:t>
            </a:r>
            <a:r>
              <a:rPr dirty="0"/>
              <a:t> manque.</a:t>
            </a:r>
          </a:p>
        </p:txBody>
      </p:sp>
    </p:spTree>
    <p:extLst>
      <p:ext uri="{BB962C8B-B14F-4D97-AF65-F5344CB8AC3E}">
        <p14:creationId xmlns:p14="http://schemas.microsoft.com/office/powerpoint/2010/main" val="3211912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Afbeelding 10" descr="Boeken op plank">
            <a:extLst>
              <a:ext uri="{FF2B5EF4-FFF2-40B4-BE49-F238E27FC236}">
                <a16:creationId xmlns:a16="http://schemas.microsoft.com/office/drawing/2014/main" id="{18A239E6-97C0-4A74-8E7A-C9FD39A8C9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0041" y="982364"/>
            <a:ext cx="2659472" cy="2659472"/>
          </a:xfrm>
          <a:prstGeom prst="rect">
            <a:avLst/>
          </a:prstGeom>
        </p:spPr>
      </p:pic>
      <p:cxnSp>
        <p:nvCxnSpPr>
          <p:cNvPr id="16" name="Rechte verbindingslijn 15">
            <a:extLst>
              <a:ext uri="{FF2B5EF4-FFF2-40B4-BE49-F238E27FC236}">
                <a16:creationId xmlns:a16="http://schemas.microsoft.com/office/drawing/2014/main" id="{DFDA47BC-3069-47F5-8257-24B3B1F76A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2927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5" name="Afbeelding 4" descr="Chat">
            <a:extLst>
              <a:ext uri="{FF2B5EF4-FFF2-40B4-BE49-F238E27FC236}">
                <a16:creationId xmlns:a16="http://schemas.microsoft.com/office/drawing/2014/main" id="{EB71843F-0A0B-4317-B205-4B0A0B97C0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90143" y="983211"/>
            <a:ext cx="2646677" cy="2646677"/>
          </a:xfrm>
          <a:prstGeom prst="rect">
            <a:avLst/>
          </a:prstGeom>
        </p:spPr>
      </p:pic>
      <p:cxnSp>
        <p:nvCxnSpPr>
          <p:cNvPr id="20" name="Rechte verbindingslijn 19">
            <a:extLst>
              <a:ext uri="{FF2B5EF4-FFF2-40B4-BE49-F238E27FC236}">
                <a16:creationId xmlns:a16="http://schemas.microsoft.com/office/drawing/2014/main" id="{942B920A-73AD-402A-8EEF-B88E1A9398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768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7" name="Afbeelding 6" descr="Schoolbord">
            <a:extLst>
              <a:ext uri="{FF2B5EF4-FFF2-40B4-BE49-F238E27FC236}">
                <a16:creationId xmlns:a16="http://schemas.microsoft.com/office/drawing/2014/main" id="{2696A1A4-8E43-47F6-A6DC-A9ADAB053D8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56859" y="982364"/>
            <a:ext cx="2648371" cy="2648371"/>
          </a:xfrm>
          <a:prstGeom prst="rect">
            <a:avLst/>
          </a:prstGeom>
        </p:spPr>
      </p:pic>
      <p:cxnSp>
        <p:nvCxnSpPr>
          <p:cNvPr id="22" name="Rechte verbindingslijn 21">
            <a:extLst>
              <a:ext uri="{FF2B5EF4-FFF2-40B4-BE49-F238E27FC236}">
                <a16:creationId xmlns:a16="http://schemas.microsoft.com/office/drawing/2014/main" id="{00C9EB70-BC82-414A-BF8D-AD7FC67276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66096" y="477749"/>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9" name="Afbeelding 8" descr="Open boek">
            <a:extLst>
              <a:ext uri="{FF2B5EF4-FFF2-40B4-BE49-F238E27FC236}">
                <a16:creationId xmlns:a16="http://schemas.microsoft.com/office/drawing/2014/main" id="{93E427C7-0218-4592-82DA-2431E4BF875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25269" y="1004677"/>
            <a:ext cx="2648372" cy="2648372"/>
          </a:xfrm>
          <a:prstGeom prst="rect">
            <a:avLst/>
          </a:prstGeom>
        </p:spPr>
      </p:pic>
      <p:sp>
        <p:nvSpPr>
          <p:cNvPr id="18" name="Rechthoek 17">
            <a:extLst>
              <a:ext uri="{FF2B5EF4-FFF2-40B4-BE49-F238E27FC236}">
                <a16:creationId xmlns:a16="http://schemas.microsoft.com/office/drawing/2014/main" id="{7AE95D8F-9825-4222-8846-E3461598C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463354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E561AC0E-7195-4ACF-AA0A-5E2923A987F7}"/>
              </a:ext>
            </a:extLst>
          </p:cNvPr>
          <p:cNvSpPr>
            <a:spLocks noGrp="1"/>
          </p:cNvSpPr>
          <p:nvPr>
            <p:ph type="ctrTitle"/>
          </p:nvPr>
        </p:nvSpPr>
        <p:spPr>
          <a:xfrm>
            <a:off x="527538" y="4756638"/>
            <a:ext cx="11139854" cy="930447"/>
          </a:xfrm>
        </p:spPr>
        <p:txBody>
          <a:bodyPr rtlCol="0">
            <a:normAutofit/>
          </a:bodyPr>
          <a:lstStyle/>
          <a:p>
            <a:pPr rtl="0"/>
            <a:r>
              <a:rPr lang="nl-NL" sz="5400">
                <a:solidFill>
                  <a:srgbClr val="FFFFFF"/>
                </a:solidFill>
                <a:latin typeface="Franklin Gothic Book" panose="020B0503020102020204" pitchFamily="34" charset="0"/>
                <a:cs typeface="Segoe UI" panose="020B0502040204020203" pitchFamily="34" charset="0"/>
              </a:rPr>
              <a:t>Einde onderzoekspresentatie</a:t>
            </a:r>
          </a:p>
        </p:txBody>
      </p:sp>
      <p:cxnSp>
        <p:nvCxnSpPr>
          <p:cNvPr id="24" name="Rechte verbindingslijn 23">
            <a:extLst>
              <a:ext uri="{FF2B5EF4-FFF2-40B4-BE49-F238E27FC236}">
                <a16:creationId xmlns:a16="http://schemas.microsoft.com/office/drawing/2014/main" id="{3217665F-0036-444A-8D4A-33AF36A36A4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43100" y="5738691"/>
            <a:ext cx="83312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3" name="Subtitel 2">
            <a:extLst>
              <a:ext uri="{FF2B5EF4-FFF2-40B4-BE49-F238E27FC236}">
                <a16:creationId xmlns:a16="http://schemas.microsoft.com/office/drawing/2014/main" id="{814253EE-4FA2-4843-BE27-C7D5B08FFB81}"/>
              </a:ext>
            </a:extLst>
          </p:cNvPr>
          <p:cNvSpPr>
            <a:spLocks noGrp="1"/>
          </p:cNvSpPr>
          <p:nvPr>
            <p:ph type="subTitle" idx="1"/>
          </p:nvPr>
        </p:nvSpPr>
        <p:spPr>
          <a:xfrm>
            <a:off x="1339362" y="5815698"/>
            <a:ext cx="9144000" cy="420001"/>
          </a:xfrm>
        </p:spPr>
        <p:txBody>
          <a:bodyPr rtlCol="0">
            <a:normAutofit/>
          </a:bodyPr>
          <a:lstStyle/>
          <a:p>
            <a:pPr rtl="0"/>
            <a:endParaRPr lang="nl-NL" sz="2000">
              <a:solidFill>
                <a:srgbClr val="E7E6E6"/>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37296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0958473_TF44781794_Win32" id="{AD8301DD-9671-4D44-8A1B-242C6EC79844}" vid="{6007BE66-317A-40C1-877E-35C9FF2433C8}"/>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Présentation de la recherche</Template>
  <TotalTime>130</TotalTime>
  <Words>577</Words>
  <Application>Microsoft Office PowerPoint</Application>
  <PresentationFormat>Grand écran</PresentationFormat>
  <Paragraphs>74</Paragraphs>
  <Slides>7</Slides>
  <Notes>3</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7</vt:i4>
      </vt:variant>
    </vt:vector>
  </HeadingPairs>
  <TitlesOfParts>
    <vt:vector size="13" baseType="lpstr">
      <vt:lpstr>Arial</vt:lpstr>
      <vt:lpstr>Calibri</vt:lpstr>
      <vt:lpstr>Calibri Light</vt:lpstr>
      <vt:lpstr>Franklin Gothic Book</vt:lpstr>
      <vt:lpstr>Segoe UI</vt:lpstr>
      <vt:lpstr>Office-thema</vt:lpstr>
      <vt:lpstr>Whoami  Hadjiu Ernest</vt:lpstr>
      <vt:lpstr>A quoi sert cette commande?</vt:lpstr>
      <vt:lpstr>Exemple de cas concret</vt:lpstr>
      <vt:lpstr>Comment fonctionne les options</vt:lpstr>
      <vt:lpstr>Lien avec la matière vue</vt:lpstr>
      <vt:lpstr>Piège ou erreur à éviter</vt:lpstr>
      <vt:lpstr>Einde onderzoekspresentatie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Vanessa Robbe</dc:creator>
  <cp:lastModifiedBy>Ernest Hadjiu</cp:lastModifiedBy>
  <cp:revision>2</cp:revision>
  <dcterms:created xsi:type="dcterms:W3CDTF">2026-04-16T18:55:57Z</dcterms:created>
  <dcterms:modified xsi:type="dcterms:W3CDTF">2026-04-20T11:21:36Z</dcterms:modified>
</cp:coreProperties>
</file>